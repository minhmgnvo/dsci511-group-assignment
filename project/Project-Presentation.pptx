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4"/>
  </p:sldMasterIdLst>
  <p:notesMasterIdLst>
    <p:notesMasterId r:id="rId17"/>
  </p:notesMasterIdLst>
  <p:sldIdLst>
    <p:sldId id="256" r:id="rId5"/>
    <p:sldId id="257" r:id="rId6"/>
    <p:sldId id="266" r:id="rId7"/>
    <p:sldId id="259" r:id="rId8"/>
    <p:sldId id="258" r:id="rId9"/>
    <p:sldId id="260" r:id="rId10"/>
    <p:sldId id="263" r:id="rId11"/>
    <p:sldId id="261" r:id="rId12"/>
    <p:sldId id="264" r:id="rId13"/>
    <p:sldId id="262" r:id="rId14"/>
    <p:sldId id="265" r:id="rId15"/>
    <p:sldId id="267"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5A600D-6620-44DA-99F8-5D643D911C76}" v="1" dt="2026-06-03T21:58:28.913"/>
    <p1510:client id="{C143A0DF-E1C0-4B03-8E4A-64E8E40E2A92}" v="17" dt="2026-06-03T01:47:06.0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309" autoAdjust="0"/>
    <p:restoredTop sz="83467" autoAdjust="0"/>
  </p:normalViewPr>
  <p:slideViewPr>
    <p:cSldViewPr snapToGrid="0" snapToObjects="1">
      <p:cViewPr varScale="1">
        <p:scale>
          <a:sx n="101" d="100"/>
          <a:sy n="101" d="100"/>
        </p:scale>
        <p:origin x="840"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guyen,Quang" userId="23891ed8-be2c-452b-90d3-fcb364b9bbff" providerId="ADAL" clId="{34BD0BAB-0731-4425-A030-A15B82932F5E}"/>
    <pc:docChg chg="modSld">
      <pc:chgData name="Nguyen,Quang" userId="23891ed8-be2c-452b-90d3-fcb364b9bbff" providerId="ADAL" clId="{34BD0BAB-0731-4425-A030-A15B82932F5E}" dt="2026-06-03T23:18:11.818" v="43" actId="20577"/>
      <pc:docMkLst>
        <pc:docMk/>
      </pc:docMkLst>
      <pc:sldChg chg="modSp mod modNotesTx">
        <pc:chgData name="Nguyen,Quang" userId="23891ed8-be2c-452b-90d3-fcb364b9bbff" providerId="ADAL" clId="{34BD0BAB-0731-4425-A030-A15B82932F5E}" dt="2026-06-03T23:18:11.818" v="43" actId="20577"/>
        <pc:sldMkLst>
          <pc:docMk/>
          <pc:sldMk cId="3298431866" sldId="258"/>
        </pc:sldMkLst>
        <pc:spChg chg="mod">
          <ac:chgData name="Nguyen,Quang" userId="23891ed8-be2c-452b-90d3-fcb364b9bbff" providerId="ADAL" clId="{34BD0BAB-0731-4425-A030-A15B82932F5E}" dt="2026-06-03T23:18:11.818" v="43" actId="20577"/>
          <ac:spMkLst>
            <pc:docMk/>
            <pc:sldMk cId="3298431866" sldId="258"/>
            <ac:spMk id="3" creationId="{69AB92F3-2775-4B46-A098-FE988824A88C}"/>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 Id="rId4" Type="http://schemas.openxmlformats.org/officeDocument/2006/relationships/image" Target="../media/image7.svg"/></Relationships>
</file>

<file path=ppt/diagrams/_rels/data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image" Target="../media/image10.svg"/></Relationships>
</file>

<file path=ppt/diagrams/_rels/data3.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image" Target="../media/image1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 Id="rId4" Type="http://schemas.openxmlformats.org/officeDocument/2006/relationships/image" Target="../media/image7.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image" Target="../media/image10.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image" Target="../media/image14.svg"/></Relationships>
</file>

<file path=ppt/diagrams/colors1.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accent4_2">
  <dgm:title val=""/>
  <dgm:desc val=""/>
  <dgm:catLst>
    <dgm:cat type="accent4" pri="14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a:alpha val="0"/>
      </a:schemeClr>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6238D98-3397-417D-8C31-37D681793AE1}" type="doc">
      <dgm:prSet loTypeId="urn:microsoft.com/office/officeart/2018/2/layout/Icon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C95AAC77-7475-4647-A1A2-4CF542DD27C5}">
      <dgm:prSet/>
      <dgm:spPr/>
      <dgm:t>
        <a:bodyPr/>
        <a:lstStyle/>
        <a:p>
          <a:pPr>
            <a:lnSpc>
              <a:spcPct val="100000"/>
            </a:lnSpc>
          </a:pPr>
          <a:r>
            <a:rPr lang="en-US" dirty="0"/>
            <a:t>Sports Broadcasters developing predictive models for future race performance outcomes</a:t>
          </a:r>
        </a:p>
      </dgm:t>
    </dgm:pt>
    <dgm:pt modelId="{17A93458-3FBB-446A-B090-CE0E879666DA}" type="parTrans" cxnId="{9BCE0042-4750-40F0-B284-53D767464D11}">
      <dgm:prSet/>
      <dgm:spPr/>
      <dgm:t>
        <a:bodyPr/>
        <a:lstStyle/>
        <a:p>
          <a:endParaRPr lang="en-US"/>
        </a:p>
      </dgm:t>
    </dgm:pt>
    <dgm:pt modelId="{2D81FD5B-604E-4EF6-A228-8BCD02072A4E}" type="sibTrans" cxnId="{9BCE0042-4750-40F0-B284-53D767464D11}">
      <dgm:prSet/>
      <dgm:spPr/>
      <dgm:t>
        <a:bodyPr/>
        <a:lstStyle/>
        <a:p>
          <a:pPr>
            <a:lnSpc>
              <a:spcPct val="100000"/>
            </a:lnSpc>
          </a:pPr>
          <a:endParaRPr lang="en-US"/>
        </a:p>
      </dgm:t>
    </dgm:pt>
    <dgm:pt modelId="{E5A3D98F-EB62-4E1B-B7A9-A844CB8426CB}">
      <dgm:prSet/>
      <dgm:spPr/>
      <dgm:t>
        <a:bodyPr/>
        <a:lstStyle/>
        <a:p>
          <a:pPr>
            <a:lnSpc>
              <a:spcPct val="100000"/>
            </a:lnSpc>
          </a:pPr>
          <a:r>
            <a:rPr lang="en-US"/>
            <a:t>F1 Pit Crew optimizing race strategy, tire management, and pit stop timing. </a:t>
          </a:r>
        </a:p>
      </dgm:t>
    </dgm:pt>
    <dgm:pt modelId="{B3D4780E-4C32-43A8-B1BA-380A9F46E29A}" type="parTrans" cxnId="{A40EE0DE-0D1A-4238-945C-03C9AEB5902D}">
      <dgm:prSet/>
      <dgm:spPr/>
      <dgm:t>
        <a:bodyPr/>
        <a:lstStyle/>
        <a:p>
          <a:endParaRPr lang="en-US"/>
        </a:p>
      </dgm:t>
    </dgm:pt>
    <dgm:pt modelId="{90C4FD83-EF98-413A-8AF4-E309B35FA45E}" type="sibTrans" cxnId="{A40EE0DE-0D1A-4238-945C-03C9AEB5902D}">
      <dgm:prSet/>
      <dgm:spPr/>
      <dgm:t>
        <a:bodyPr/>
        <a:lstStyle/>
        <a:p>
          <a:pPr>
            <a:lnSpc>
              <a:spcPct val="100000"/>
            </a:lnSpc>
          </a:pPr>
          <a:endParaRPr lang="en-US"/>
        </a:p>
      </dgm:t>
    </dgm:pt>
    <dgm:pt modelId="{2D70FECD-BAC7-4C8A-BBB3-892EDA26D456}">
      <dgm:prSet/>
      <dgm:spPr/>
      <dgm:t>
        <a:bodyPr/>
        <a:lstStyle/>
        <a:p>
          <a:pPr>
            <a:lnSpc>
              <a:spcPct val="100000"/>
            </a:lnSpc>
          </a:pPr>
          <a:r>
            <a:rPr lang="en-US" dirty="0"/>
            <a:t>Sports analytics researchers studying performance optimization </a:t>
          </a:r>
        </a:p>
      </dgm:t>
    </dgm:pt>
    <dgm:pt modelId="{77D695A2-1197-49CE-B934-F063F7133FC8}" type="parTrans" cxnId="{D1637C1D-9BE4-4A5A-86A3-A43209FAE68D}">
      <dgm:prSet/>
      <dgm:spPr/>
      <dgm:t>
        <a:bodyPr/>
        <a:lstStyle/>
        <a:p>
          <a:endParaRPr lang="en-US"/>
        </a:p>
      </dgm:t>
    </dgm:pt>
    <dgm:pt modelId="{3FF24D16-73FD-49F7-AD56-3202FA034144}" type="sibTrans" cxnId="{D1637C1D-9BE4-4A5A-86A3-A43209FAE68D}">
      <dgm:prSet/>
      <dgm:spPr/>
      <dgm:t>
        <a:bodyPr/>
        <a:lstStyle/>
        <a:p>
          <a:pPr>
            <a:lnSpc>
              <a:spcPct val="100000"/>
            </a:lnSpc>
          </a:pPr>
          <a:endParaRPr lang="en-US"/>
        </a:p>
      </dgm:t>
    </dgm:pt>
    <dgm:pt modelId="{25767163-9B41-4006-B271-223074B6BB1F}">
      <dgm:prSet/>
      <dgm:spPr/>
      <dgm:t>
        <a:bodyPr/>
        <a:lstStyle/>
        <a:p>
          <a:pPr>
            <a:lnSpc>
              <a:spcPct val="100000"/>
            </a:lnSpc>
          </a:pPr>
          <a:r>
            <a:rPr lang="en-US" dirty="0"/>
            <a:t>App developers creating predictive tools for fan engagement</a:t>
          </a:r>
        </a:p>
      </dgm:t>
    </dgm:pt>
    <dgm:pt modelId="{B2179F7F-D15E-45E5-B87C-7A89018AC830}" type="parTrans" cxnId="{BF51F56D-2744-4B5D-9D35-582AC8ECE445}">
      <dgm:prSet/>
      <dgm:spPr/>
      <dgm:t>
        <a:bodyPr/>
        <a:lstStyle/>
        <a:p>
          <a:endParaRPr lang="en-US"/>
        </a:p>
      </dgm:t>
    </dgm:pt>
    <dgm:pt modelId="{719D0A8C-2BBA-4695-A376-49781BC80DCF}" type="sibTrans" cxnId="{BF51F56D-2744-4B5D-9D35-582AC8ECE445}">
      <dgm:prSet/>
      <dgm:spPr/>
      <dgm:t>
        <a:bodyPr/>
        <a:lstStyle/>
        <a:p>
          <a:endParaRPr lang="en-US"/>
        </a:p>
      </dgm:t>
    </dgm:pt>
    <dgm:pt modelId="{EACEB1CB-099D-4ED6-88F9-DFE041BE689A}" type="pres">
      <dgm:prSet presAssocID="{A6238D98-3397-417D-8C31-37D681793AE1}" presName="root" presStyleCnt="0">
        <dgm:presLayoutVars>
          <dgm:dir/>
          <dgm:resizeHandles val="exact"/>
        </dgm:presLayoutVars>
      </dgm:prSet>
      <dgm:spPr/>
    </dgm:pt>
    <dgm:pt modelId="{D10F10EA-1320-46D4-81C2-425A46BCD0F9}" type="pres">
      <dgm:prSet presAssocID="{C95AAC77-7475-4647-A1A2-4CF542DD27C5}" presName="compNode" presStyleCnt="0"/>
      <dgm:spPr/>
    </dgm:pt>
    <dgm:pt modelId="{C40A1F33-2F3E-41F3-B85C-BED3FD4FB3BD}" type="pres">
      <dgm:prSet presAssocID="{C95AAC77-7475-4647-A1A2-4CF542DD27C5}"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Soccer"/>
        </a:ext>
      </dgm:extLst>
    </dgm:pt>
    <dgm:pt modelId="{70C5BD33-BDB3-42DE-B8BE-2D159E02CEC2}" type="pres">
      <dgm:prSet presAssocID="{C95AAC77-7475-4647-A1A2-4CF542DD27C5}" presName="spaceRect" presStyleCnt="0"/>
      <dgm:spPr/>
    </dgm:pt>
    <dgm:pt modelId="{2AC7A54B-343F-4DDD-813D-4D1F04C7C2BD}" type="pres">
      <dgm:prSet presAssocID="{C95AAC77-7475-4647-A1A2-4CF542DD27C5}" presName="textRect" presStyleLbl="revTx" presStyleIdx="0" presStyleCnt="4">
        <dgm:presLayoutVars>
          <dgm:chMax val="1"/>
          <dgm:chPref val="1"/>
        </dgm:presLayoutVars>
      </dgm:prSet>
      <dgm:spPr/>
    </dgm:pt>
    <dgm:pt modelId="{C363F825-D5F9-4452-867C-8A8CA1A8ADF9}" type="pres">
      <dgm:prSet presAssocID="{2D81FD5B-604E-4EF6-A228-8BCD02072A4E}" presName="sibTrans" presStyleCnt="0"/>
      <dgm:spPr/>
    </dgm:pt>
    <dgm:pt modelId="{45B43B55-05E9-434A-83EC-C2970E95E969}" type="pres">
      <dgm:prSet presAssocID="{E5A3D98F-EB62-4E1B-B7A9-A844CB8426CB}" presName="compNode" presStyleCnt="0"/>
      <dgm:spPr/>
    </dgm:pt>
    <dgm:pt modelId="{CDFAB8C2-B9DF-4EC9-82C9-67AE29A555A5}" type="pres">
      <dgm:prSet presAssocID="{E5A3D98F-EB62-4E1B-B7A9-A844CB8426CB}"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Gears"/>
        </a:ext>
      </dgm:extLst>
    </dgm:pt>
    <dgm:pt modelId="{0F180D80-E103-43C2-B3E3-98FAA2790400}" type="pres">
      <dgm:prSet presAssocID="{E5A3D98F-EB62-4E1B-B7A9-A844CB8426CB}" presName="spaceRect" presStyleCnt="0"/>
      <dgm:spPr/>
    </dgm:pt>
    <dgm:pt modelId="{898D9A10-AD0D-4951-BC2D-BBBBD0C38C51}" type="pres">
      <dgm:prSet presAssocID="{E5A3D98F-EB62-4E1B-B7A9-A844CB8426CB}" presName="textRect" presStyleLbl="revTx" presStyleIdx="1" presStyleCnt="4">
        <dgm:presLayoutVars>
          <dgm:chMax val="1"/>
          <dgm:chPref val="1"/>
        </dgm:presLayoutVars>
      </dgm:prSet>
      <dgm:spPr/>
    </dgm:pt>
    <dgm:pt modelId="{81DABABA-47DC-4673-972B-BAC9419A4246}" type="pres">
      <dgm:prSet presAssocID="{90C4FD83-EF98-413A-8AF4-E309B35FA45E}" presName="sibTrans" presStyleCnt="0"/>
      <dgm:spPr/>
    </dgm:pt>
    <dgm:pt modelId="{B68D6E26-D9FF-48B0-B0F5-ED33868446FF}" type="pres">
      <dgm:prSet presAssocID="{2D70FECD-BAC7-4C8A-BBB3-892EDA26D456}" presName="compNode" presStyleCnt="0"/>
      <dgm:spPr/>
    </dgm:pt>
    <dgm:pt modelId="{BAF60662-3738-45E5-A57E-7E2E31EAB3F1}" type="pres">
      <dgm:prSet presAssocID="{2D70FECD-BAC7-4C8A-BBB3-892EDA26D456}"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Bar chart"/>
        </a:ext>
      </dgm:extLst>
    </dgm:pt>
    <dgm:pt modelId="{BCFB16D2-E4DB-4444-9CCE-69CB3664D076}" type="pres">
      <dgm:prSet presAssocID="{2D70FECD-BAC7-4C8A-BBB3-892EDA26D456}" presName="spaceRect" presStyleCnt="0"/>
      <dgm:spPr/>
    </dgm:pt>
    <dgm:pt modelId="{8440C8F7-6FDE-47EE-80E5-642FC879AC08}" type="pres">
      <dgm:prSet presAssocID="{2D70FECD-BAC7-4C8A-BBB3-892EDA26D456}" presName="textRect" presStyleLbl="revTx" presStyleIdx="2" presStyleCnt="4">
        <dgm:presLayoutVars>
          <dgm:chMax val="1"/>
          <dgm:chPref val="1"/>
        </dgm:presLayoutVars>
      </dgm:prSet>
      <dgm:spPr/>
    </dgm:pt>
    <dgm:pt modelId="{61BB8F51-C749-4A93-9586-9ADFDC46746B}" type="pres">
      <dgm:prSet presAssocID="{3FF24D16-73FD-49F7-AD56-3202FA034144}" presName="sibTrans" presStyleCnt="0"/>
      <dgm:spPr/>
    </dgm:pt>
    <dgm:pt modelId="{012DACEC-40AA-4A2C-9334-D235BFD334D9}" type="pres">
      <dgm:prSet presAssocID="{25767163-9B41-4006-B271-223074B6BB1F}" presName="compNode" presStyleCnt="0"/>
      <dgm:spPr/>
    </dgm:pt>
    <dgm:pt modelId="{229CFA42-F320-4F2B-A2E6-E63E03943DB5}" type="pres">
      <dgm:prSet presAssocID="{25767163-9B41-4006-B271-223074B6BB1F}"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Users"/>
        </a:ext>
      </dgm:extLst>
    </dgm:pt>
    <dgm:pt modelId="{EFA4C3C8-9C42-4501-A42C-5F7DAA8140EA}" type="pres">
      <dgm:prSet presAssocID="{25767163-9B41-4006-B271-223074B6BB1F}" presName="spaceRect" presStyleCnt="0"/>
      <dgm:spPr/>
    </dgm:pt>
    <dgm:pt modelId="{D7459F6A-BE96-4340-A27F-6DCE0BC041F8}" type="pres">
      <dgm:prSet presAssocID="{25767163-9B41-4006-B271-223074B6BB1F}" presName="textRect" presStyleLbl="revTx" presStyleIdx="3" presStyleCnt="4">
        <dgm:presLayoutVars>
          <dgm:chMax val="1"/>
          <dgm:chPref val="1"/>
        </dgm:presLayoutVars>
      </dgm:prSet>
      <dgm:spPr/>
    </dgm:pt>
  </dgm:ptLst>
  <dgm:cxnLst>
    <dgm:cxn modelId="{D1637C1D-9BE4-4A5A-86A3-A43209FAE68D}" srcId="{A6238D98-3397-417D-8C31-37D681793AE1}" destId="{2D70FECD-BAC7-4C8A-BBB3-892EDA26D456}" srcOrd="2" destOrd="0" parTransId="{77D695A2-1197-49CE-B934-F063F7133FC8}" sibTransId="{3FF24D16-73FD-49F7-AD56-3202FA034144}"/>
    <dgm:cxn modelId="{48C45B36-0580-40D6-97DD-A08E2AECC8A0}" type="presOf" srcId="{A6238D98-3397-417D-8C31-37D681793AE1}" destId="{EACEB1CB-099D-4ED6-88F9-DFE041BE689A}" srcOrd="0" destOrd="0" presId="urn:microsoft.com/office/officeart/2018/2/layout/IconLabelList"/>
    <dgm:cxn modelId="{11532039-A4C0-441F-90DB-EC8AD2E56A07}" type="presOf" srcId="{25767163-9B41-4006-B271-223074B6BB1F}" destId="{D7459F6A-BE96-4340-A27F-6DCE0BC041F8}" srcOrd="0" destOrd="0" presId="urn:microsoft.com/office/officeart/2018/2/layout/IconLabelList"/>
    <dgm:cxn modelId="{C531573B-3895-4501-8FEC-D608999A24FF}" type="presOf" srcId="{E5A3D98F-EB62-4E1B-B7A9-A844CB8426CB}" destId="{898D9A10-AD0D-4951-BC2D-BBBBD0C38C51}" srcOrd="0" destOrd="0" presId="urn:microsoft.com/office/officeart/2018/2/layout/IconLabelList"/>
    <dgm:cxn modelId="{9BCE0042-4750-40F0-B284-53D767464D11}" srcId="{A6238D98-3397-417D-8C31-37D681793AE1}" destId="{C95AAC77-7475-4647-A1A2-4CF542DD27C5}" srcOrd="0" destOrd="0" parTransId="{17A93458-3FBB-446A-B090-CE0E879666DA}" sibTransId="{2D81FD5B-604E-4EF6-A228-8BCD02072A4E}"/>
    <dgm:cxn modelId="{BF51F56D-2744-4B5D-9D35-582AC8ECE445}" srcId="{A6238D98-3397-417D-8C31-37D681793AE1}" destId="{25767163-9B41-4006-B271-223074B6BB1F}" srcOrd="3" destOrd="0" parTransId="{B2179F7F-D15E-45E5-B87C-7A89018AC830}" sibTransId="{719D0A8C-2BBA-4695-A376-49781BC80DCF}"/>
    <dgm:cxn modelId="{6EDE888B-A09D-43F1-943A-0B13A4124CAF}" type="presOf" srcId="{2D70FECD-BAC7-4C8A-BBB3-892EDA26D456}" destId="{8440C8F7-6FDE-47EE-80E5-642FC879AC08}" srcOrd="0" destOrd="0" presId="urn:microsoft.com/office/officeart/2018/2/layout/IconLabelList"/>
    <dgm:cxn modelId="{5D99F598-52B5-4EAD-A524-12B9FD64D8EC}" type="presOf" srcId="{C95AAC77-7475-4647-A1A2-4CF542DD27C5}" destId="{2AC7A54B-343F-4DDD-813D-4D1F04C7C2BD}" srcOrd="0" destOrd="0" presId="urn:microsoft.com/office/officeart/2018/2/layout/IconLabelList"/>
    <dgm:cxn modelId="{A40EE0DE-0D1A-4238-945C-03C9AEB5902D}" srcId="{A6238D98-3397-417D-8C31-37D681793AE1}" destId="{E5A3D98F-EB62-4E1B-B7A9-A844CB8426CB}" srcOrd="1" destOrd="0" parTransId="{B3D4780E-4C32-43A8-B1BA-380A9F46E29A}" sibTransId="{90C4FD83-EF98-413A-8AF4-E309B35FA45E}"/>
    <dgm:cxn modelId="{71145F78-7131-4B06-B3D3-EB9E46CA4E4C}" type="presParOf" srcId="{EACEB1CB-099D-4ED6-88F9-DFE041BE689A}" destId="{D10F10EA-1320-46D4-81C2-425A46BCD0F9}" srcOrd="0" destOrd="0" presId="urn:microsoft.com/office/officeart/2018/2/layout/IconLabelList"/>
    <dgm:cxn modelId="{7801603D-4E91-4BB7-B5FA-BDF3E903B380}" type="presParOf" srcId="{D10F10EA-1320-46D4-81C2-425A46BCD0F9}" destId="{C40A1F33-2F3E-41F3-B85C-BED3FD4FB3BD}" srcOrd="0" destOrd="0" presId="urn:microsoft.com/office/officeart/2018/2/layout/IconLabelList"/>
    <dgm:cxn modelId="{5DF08BDA-7A7F-464F-9CC0-3373ADD97456}" type="presParOf" srcId="{D10F10EA-1320-46D4-81C2-425A46BCD0F9}" destId="{70C5BD33-BDB3-42DE-B8BE-2D159E02CEC2}" srcOrd="1" destOrd="0" presId="urn:microsoft.com/office/officeart/2018/2/layout/IconLabelList"/>
    <dgm:cxn modelId="{D415A822-3BCE-4122-BE1C-29BBE7D75DE4}" type="presParOf" srcId="{D10F10EA-1320-46D4-81C2-425A46BCD0F9}" destId="{2AC7A54B-343F-4DDD-813D-4D1F04C7C2BD}" srcOrd="2" destOrd="0" presId="urn:microsoft.com/office/officeart/2018/2/layout/IconLabelList"/>
    <dgm:cxn modelId="{D4311D94-5FC6-45AA-8116-09289DF90A75}" type="presParOf" srcId="{EACEB1CB-099D-4ED6-88F9-DFE041BE689A}" destId="{C363F825-D5F9-4452-867C-8A8CA1A8ADF9}" srcOrd="1" destOrd="0" presId="urn:microsoft.com/office/officeart/2018/2/layout/IconLabelList"/>
    <dgm:cxn modelId="{86F6AFE2-39F6-4CD0-A55C-0784E1E91BAA}" type="presParOf" srcId="{EACEB1CB-099D-4ED6-88F9-DFE041BE689A}" destId="{45B43B55-05E9-434A-83EC-C2970E95E969}" srcOrd="2" destOrd="0" presId="urn:microsoft.com/office/officeart/2018/2/layout/IconLabelList"/>
    <dgm:cxn modelId="{6430BE77-E6E6-4F38-9FBF-3E553A759C18}" type="presParOf" srcId="{45B43B55-05E9-434A-83EC-C2970E95E969}" destId="{CDFAB8C2-B9DF-4EC9-82C9-67AE29A555A5}" srcOrd="0" destOrd="0" presId="urn:microsoft.com/office/officeart/2018/2/layout/IconLabelList"/>
    <dgm:cxn modelId="{078EA7FE-2DAD-439B-B864-FA65C5388DDA}" type="presParOf" srcId="{45B43B55-05E9-434A-83EC-C2970E95E969}" destId="{0F180D80-E103-43C2-B3E3-98FAA2790400}" srcOrd="1" destOrd="0" presId="urn:microsoft.com/office/officeart/2018/2/layout/IconLabelList"/>
    <dgm:cxn modelId="{287D840A-04EC-480D-8876-133771D33838}" type="presParOf" srcId="{45B43B55-05E9-434A-83EC-C2970E95E969}" destId="{898D9A10-AD0D-4951-BC2D-BBBBD0C38C51}" srcOrd="2" destOrd="0" presId="urn:microsoft.com/office/officeart/2018/2/layout/IconLabelList"/>
    <dgm:cxn modelId="{0ED4A486-548B-41B8-89E8-295A60428686}" type="presParOf" srcId="{EACEB1CB-099D-4ED6-88F9-DFE041BE689A}" destId="{81DABABA-47DC-4673-972B-BAC9419A4246}" srcOrd="3" destOrd="0" presId="urn:microsoft.com/office/officeart/2018/2/layout/IconLabelList"/>
    <dgm:cxn modelId="{4B2610C2-E779-461C-A9D4-C4A2B3FC3064}" type="presParOf" srcId="{EACEB1CB-099D-4ED6-88F9-DFE041BE689A}" destId="{B68D6E26-D9FF-48B0-B0F5-ED33868446FF}" srcOrd="4" destOrd="0" presId="urn:microsoft.com/office/officeart/2018/2/layout/IconLabelList"/>
    <dgm:cxn modelId="{2C62A87D-F395-4D0D-B8E3-8C9EACC58BA0}" type="presParOf" srcId="{B68D6E26-D9FF-48B0-B0F5-ED33868446FF}" destId="{BAF60662-3738-45E5-A57E-7E2E31EAB3F1}" srcOrd="0" destOrd="0" presId="urn:microsoft.com/office/officeart/2018/2/layout/IconLabelList"/>
    <dgm:cxn modelId="{25AF6FB1-33DF-451F-B489-8C094E0D0D52}" type="presParOf" srcId="{B68D6E26-D9FF-48B0-B0F5-ED33868446FF}" destId="{BCFB16D2-E4DB-4444-9CCE-69CB3664D076}" srcOrd="1" destOrd="0" presId="urn:microsoft.com/office/officeart/2018/2/layout/IconLabelList"/>
    <dgm:cxn modelId="{8C0C8809-3B9E-4F4A-9810-61CB2772E222}" type="presParOf" srcId="{B68D6E26-D9FF-48B0-B0F5-ED33868446FF}" destId="{8440C8F7-6FDE-47EE-80E5-642FC879AC08}" srcOrd="2" destOrd="0" presId="urn:microsoft.com/office/officeart/2018/2/layout/IconLabelList"/>
    <dgm:cxn modelId="{584129E0-5B4E-4AD7-9947-2C88901B4416}" type="presParOf" srcId="{EACEB1CB-099D-4ED6-88F9-DFE041BE689A}" destId="{61BB8F51-C749-4A93-9586-9ADFDC46746B}" srcOrd="5" destOrd="0" presId="urn:microsoft.com/office/officeart/2018/2/layout/IconLabelList"/>
    <dgm:cxn modelId="{083A0184-9A12-470B-881D-C084330098FB}" type="presParOf" srcId="{EACEB1CB-099D-4ED6-88F9-DFE041BE689A}" destId="{012DACEC-40AA-4A2C-9334-D235BFD334D9}" srcOrd="6" destOrd="0" presId="urn:microsoft.com/office/officeart/2018/2/layout/IconLabelList"/>
    <dgm:cxn modelId="{6380C9CC-2800-4E21-AA63-A58A7C7A0F2C}" type="presParOf" srcId="{012DACEC-40AA-4A2C-9334-D235BFD334D9}" destId="{229CFA42-F320-4F2B-A2E6-E63E03943DB5}" srcOrd="0" destOrd="0" presId="urn:microsoft.com/office/officeart/2018/2/layout/IconLabelList"/>
    <dgm:cxn modelId="{F8E58247-BB53-440D-9375-45388C37DA03}" type="presParOf" srcId="{012DACEC-40AA-4A2C-9334-D235BFD334D9}" destId="{EFA4C3C8-9C42-4501-A42C-5F7DAA8140EA}" srcOrd="1" destOrd="0" presId="urn:microsoft.com/office/officeart/2018/2/layout/IconLabelList"/>
    <dgm:cxn modelId="{ABAA1666-8383-4F91-87AF-8027C8FE936D}" type="presParOf" srcId="{012DACEC-40AA-4A2C-9334-D235BFD334D9}" destId="{D7459F6A-BE96-4340-A27F-6DCE0BC041F8}"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58DC386-AF88-4E10-8ECD-F4C65C5D7CB0}"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C6D735AA-1E9A-42B0-A09E-EF7584407DEF}">
      <dgm:prSet/>
      <dgm:spPr/>
      <dgm:t>
        <a:bodyPr/>
        <a:lstStyle/>
        <a:p>
          <a:r>
            <a:rPr lang="en-US"/>
            <a:t>OpenF1 provides accessible motorsport data through its API</a:t>
          </a:r>
        </a:p>
      </dgm:t>
    </dgm:pt>
    <dgm:pt modelId="{4E4BDE34-DBD6-4835-B8AF-2CE8AFC10F17}" type="parTrans" cxnId="{A6887103-71BA-4995-8FF6-9CD2EB208E73}">
      <dgm:prSet/>
      <dgm:spPr/>
      <dgm:t>
        <a:bodyPr/>
        <a:lstStyle/>
        <a:p>
          <a:endParaRPr lang="en-US"/>
        </a:p>
      </dgm:t>
    </dgm:pt>
    <dgm:pt modelId="{7EC31BDB-FB22-4995-8353-043EE7F84427}" type="sibTrans" cxnId="{A6887103-71BA-4995-8FF6-9CD2EB208E73}">
      <dgm:prSet/>
      <dgm:spPr/>
      <dgm:t>
        <a:bodyPr/>
        <a:lstStyle/>
        <a:p>
          <a:endParaRPr lang="en-US"/>
        </a:p>
      </dgm:t>
    </dgm:pt>
    <dgm:pt modelId="{895F9974-56E4-4A5C-9CF3-EA0DB2FB3F9A}">
      <dgm:prSet/>
      <dgm:spPr/>
      <dgm:t>
        <a:bodyPr/>
        <a:lstStyle/>
        <a:p>
          <a:r>
            <a:rPr lang="en-US"/>
            <a:t>StatsF1 race results are publicly available online</a:t>
          </a:r>
        </a:p>
      </dgm:t>
    </dgm:pt>
    <dgm:pt modelId="{AD6DF720-61E2-4FAD-82DC-FB8EB552AB49}" type="parTrans" cxnId="{A9BCA1FD-64C3-4C4C-A974-CC96AA675C6D}">
      <dgm:prSet/>
      <dgm:spPr/>
      <dgm:t>
        <a:bodyPr/>
        <a:lstStyle/>
        <a:p>
          <a:endParaRPr lang="en-US"/>
        </a:p>
      </dgm:t>
    </dgm:pt>
    <dgm:pt modelId="{3AD2D033-AA63-4083-81D4-BBCC8191D22E}" type="sibTrans" cxnId="{A9BCA1FD-64C3-4C4C-A974-CC96AA675C6D}">
      <dgm:prSet/>
      <dgm:spPr/>
      <dgm:t>
        <a:bodyPr/>
        <a:lstStyle/>
        <a:p>
          <a:endParaRPr lang="en-US"/>
        </a:p>
      </dgm:t>
    </dgm:pt>
    <dgm:pt modelId="{728CEC6B-58F5-4224-9FC2-4F20E1A4951C}">
      <dgm:prSet/>
      <dgm:spPr/>
      <dgm:t>
        <a:bodyPr/>
        <a:lstStyle/>
        <a:p>
          <a:r>
            <a:rPr lang="en-US"/>
            <a:t>No personally identifiable information was collected</a:t>
          </a:r>
        </a:p>
      </dgm:t>
    </dgm:pt>
    <dgm:pt modelId="{877C7B29-356F-41C7-8073-5567A0967DE6}" type="parTrans" cxnId="{E0E1C1A1-5EEE-46BF-BC1C-2FCD271E28D2}">
      <dgm:prSet/>
      <dgm:spPr/>
      <dgm:t>
        <a:bodyPr/>
        <a:lstStyle/>
        <a:p>
          <a:endParaRPr lang="en-US"/>
        </a:p>
      </dgm:t>
    </dgm:pt>
    <dgm:pt modelId="{A14D3E89-B57F-4B22-899D-F89996B8F2A3}" type="sibTrans" cxnId="{E0E1C1A1-5EEE-46BF-BC1C-2FCD271E28D2}">
      <dgm:prSet/>
      <dgm:spPr/>
      <dgm:t>
        <a:bodyPr/>
        <a:lstStyle/>
        <a:p>
          <a:endParaRPr lang="en-US"/>
        </a:p>
      </dgm:t>
    </dgm:pt>
    <dgm:pt modelId="{B1F656B1-68C0-4BC5-8E4B-1F9B976C4341}" type="pres">
      <dgm:prSet presAssocID="{958DC386-AF88-4E10-8ECD-F4C65C5D7CB0}" presName="root" presStyleCnt="0">
        <dgm:presLayoutVars>
          <dgm:dir/>
          <dgm:resizeHandles val="exact"/>
        </dgm:presLayoutVars>
      </dgm:prSet>
      <dgm:spPr/>
    </dgm:pt>
    <dgm:pt modelId="{4735B2FE-7A57-40A6-B1F8-EB65BD351F14}" type="pres">
      <dgm:prSet presAssocID="{C6D735AA-1E9A-42B0-A09E-EF7584407DEF}" presName="compNode" presStyleCnt="0"/>
      <dgm:spPr/>
    </dgm:pt>
    <dgm:pt modelId="{BAC11AB0-851D-4C83-8E38-909574FDD3BE}" type="pres">
      <dgm:prSet presAssocID="{C6D735AA-1E9A-42B0-A09E-EF7584407DEF}" presName="bgRect" presStyleLbl="bgShp" presStyleIdx="0" presStyleCnt="3"/>
      <dgm:spPr/>
    </dgm:pt>
    <dgm:pt modelId="{DA8A6246-5EF7-4251-BC2E-F4747D59CC2C}" type="pres">
      <dgm:prSet presAssocID="{C6D735AA-1E9A-42B0-A09E-EF7584407DEF}"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ar"/>
        </a:ext>
      </dgm:extLst>
    </dgm:pt>
    <dgm:pt modelId="{B2C311AC-F9E6-47AE-8E4E-7BF904662D85}" type="pres">
      <dgm:prSet presAssocID="{C6D735AA-1E9A-42B0-A09E-EF7584407DEF}" presName="spaceRect" presStyleCnt="0"/>
      <dgm:spPr/>
    </dgm:pt>
    <dgm:pt modelId="{E7587A18-5F65-4736-9F23-DD215DE5F453}" type="pres">
      <dgm:prSet presAssocID="{C6D735AA-1E9A-42B0-A09E-EF7584407DEF}" presName="parTx" presStyleLbl="revTx" presStyleIdx="0" presStyleCnt="3">
        <dgm:presLayoutVars>
          <dgm:chMax val="0"/>
          <dgm:chPref val="0"/>
        </dgm:presLayoutVars>
      </dgm:prSet>
      <dgm:spPr/>
    </dgm:pt>
    <dgm:pt modelId="{48A7E197-77BC-406D-8FC9-61967EA39F56}" type="pres">
      <dgm:prSet presAssocID="{7EC31BDB-FB22-4995-8353-043EE7F84427}" presName="sibTrans" presStyleCnt="0"/>
      <dgm:spPr/>
    </dgm:pt>
    <dgm:pt modelId="{5BDB6F9D-ECA8-4DDB-9F5F-E9F36B435767}" type="pres">
      <dgm:prSet presAssocID="{895F9974-56E4-4A5C-9CF3-EA0DB2FB3F9A}" presName="compNode" presStyleCnt="0"/>
      <dgm:spPr/>
    </dgm:pt>
    <dgm:pt modelId="{E487DB10-EDEC-4792-B97A-DB06BFA04D5D}" type="pres">
      <dgm:prSet presAssocID="{895F9974-56E4-4A5C-9CF3-EA0DB2FB3F9A}" presName="bgRect" presStyleLbl="bgShp" presStyleIdx="1" presStyleCnt="3"/>
      <dgm:spPr/>
    </dgm:pt>
    <dgm:pt modelId="{158419C4-91C0-4E0C-A4F0-EFC2F29929A4}" type="pres">
      <dgm:prSet presAssocID="{895F9974-56E4-4A5C-9CF3-EA0DB2FB3F9A}"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aptop"/>
        </a:ext>
      </dgm:extLst>
    </dgm:pt>
    <dgm:pt modelId="{2EFF78B6-1229-40C7-8AE5-1F456378FB9F}" type="pres">
      <dgm:prSet presAssocID="{895F9974-56E4-4A5C-9CF3-EA0DB2FB3F9A}" presName="spaceRect" presStyleCnt="0"/>
      <dgm:spPr/>
    </dgm:pt>
    <dgm:pt modelId="{01A49474-AC05-488E-9524-4A3FE452885F}" type="pres">
      <dgm:prSet presAssocID="{895F9974-56E4-4A5C-9CF3-EA0DB2FB3F9A}" presName="parTx" presStyleLbl="revTx" presStyleIdx="1" presStyleCnt="3">
        <dgm:presLayoutVars>
          <dgm:chMax val="0"/>
          <dgm:chPref val="0"/>
        </dgm:presLayoutVars>
      </dgm:prSet>
      <dgm:spPr/>
    </dgm:pt>
    <dgm:pt modelId="{6E5B945F-F3EE-431F-8A1B-9509040FD54F}" type="pres">
      <dgm:prSet presAssocID="{3AD2D033-AA63-4083-81D4-BBCC8191D22E}" presName="sibTrans" presStyleCnt="0"/>
      <dgm:spPr/>
    </dgm:pt>
    <dgm:pt modelId="{FAA8BA95-FF2D-4D77-A79F-A58345E99CD2}" type="pres">
      <dgm:prSet presAssocID="{728CEC6B-58F5-4224-9FC2-4F20E1A4951C}" presName="compNode" presStyleCnt="0"/>
      <dgm:spPr/>
    </dgm:pt>
    <dgm:pt modelId="{D0C0F73F-0FA9-4E53-B5C5-D4AF58DBCAC9}" type="pres">
      <dgm:prSet presAssocID="{728CEC6B-58F5-4224-9FC2-4F20E1A4951C}" presName="bgRect" presStyleLbl="bgShp" presStyleIdx="2" presStyleCnt="3"/>
      <dgm:spPr/>
    </dgm:pt>
    <dgm:pt modelId="{D9CE7E64-0F7E-4729-98BE-F1B1813469CB}" type="pres">
      <dgm:prSet presAssocID="{728CEC6B-58F5-4224-9FC2-4F20E1A4951C}"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No sign"/>
        </a:ext>
      </dgm:extLst>
    </dgm:pt>
    <dgm:pt modelId="{DA756072-F5A6-4D37-92CA-92691CE382FE}" type="pres">
      <dgm:prSet presAssocID="{728CEC6B-58F5-4224-9FC2-4F20E1A4951C}" presName="spaceRect" presStyleCnt="0"/>
      <dgm:spPr/>
    </dgm:pt>
    <dgm:pt modelId="{EF181EE0-B686-4296-A81D-AF440E01A3BA}" type="pres">
      <dgm:prSet presAssocID="{728CEC6B-58F5-4224-9FC2-4F20E1A4951C}" presName="parTx" presStyleLbl="revTx" presStyleIdx="2" presStyleCnt="3">
        <dgm:presLayoutVars>
          <dgm:chMax val="0"/>
          <dgm:chPref val="0"/>
        </dgm:presLayoutVars>
      </dgm:prSet>
      <dgm:spPr/>
    </dgm:pt>
  </dgm:ptLst>
  <dgm:cxnLst>
    <dgm:cxn modelId="{A6887103-71BA-4995-8FF6-9CD2EB208E73}" srcId="{958DC386-AF88-4E10-8ECD-F4C65C5D7CB0}" destId="{C6D735AA-1E9A-42B0-A09E-EF7584407DEF}" srcOrd="0" destOrd="0" parTransId="{4E4BDE34-DBD6-4835-B8AF-2CE8AFC10F17}" sibTransId="{7EC31BDB-FB22-4995-8353-043EE7F84427}"/>
    <dgm:cxn modelId="{480E1B30-87A2-4E63-923F-4D8CA2A327B8}" type="presOf" srcId="{728CEC6B-58F5-4224-9FC2-4F20E1A4951C}" destId="{EF181EE0-B686-4296-A81D-AF440E01A3BA}" srcOrd="0" destOrd="0" presId="urn:microsoft.com/office/officeart/2018/2/layout/IconVerticalSolidList"/>
    <dgm:cxn modelId="{9A694F6B-26EA-4753-845F-7AA8B2238B68}" type="presOf" srcId="{C6D735AA-1E9A-42B0-A09E-EF7584407DEF}" destId="{E7587A18-5F65-4736-9F23-DD215DE5F453}" srcOrd="0" destOrd="0" presId="urn:microsoft.com/office/officeart/2018/2/layout/IconVerticalSolidList"/>
    <dgm:cxn modelId="{E0E1C1A1-5EEE-46BF-BC1C-2FCD271E28D2}" srcId="{958DC386-AF88-4E10-8ECD-F4C65C5D7CB0}" destId="{728CEC6B-58F5-4224-9FC2-4F20E1A4951C}" srcOrd="2" destOrd="0" parTransId="{877C7B29-356F-41C7-8073-5567A0967DE6}" sibTransId="{A14D3E89-B57F-4B22-899D-F89996B8F2A3}"/>
    <dgm:cxn modelId="{AF802FE1-69DB-403F-90CD-D84166C72A7C}" type="presOf" srcId="{958DC386-AF88-4E10-8ECD-F4C65C5D7CB0}" destId="{B1F656B1-68C0-4BC5-8E4B-1F9B976C4341}" srcOrd="0" destOrd="0" presId="urn:microsoft.com/office/officeart/2018/2/layout/IconVerticalSolidList"/>
    <dgm:cxn modelId="{4EEDABF4-2000-4FBC-93DE-84DA28EFD770}" type="presOf" srcId="{895F9974-56E4-4A5C-9CF3-EA0DB2FB3F9A}" destId="{01A49474-AC05-488E-9524-4A3FE452885F}" srcOrd="0" destOrd="0" presId="urn:microsoft.com/office/officeart/2018/2/layout/IconVerticalSolidList"/>
    <dgm:cxn modelId="{A9BCA1FD-64C3-4C4C-A974-CC96AA675C6D}" srcId="{958DC386-AF88-4E10-8ECD-F4C65C5D7CB0}" destId="{895F9974-56E4-4A5C-9CF3-EA0DB2FB3F9A}" srcOrd="1" destOrd="0" parTransId="{AD6DF720-61E2-4FAD-82DC-FB8EB552AB49}" sibTransId="{3AD2D033-AA63-4083-81D4-BBCC8191D22E}"/>
    <dgm:cxn modelId="{F93580BF-38F2-4C6C-BDC8-DFD37B585441}" type="presParOf" srcId="{B1F656B1-68C0-4BC5-8E4B-1F9B976C4341}" destId="{4735B2FE-7A57-40A6-B1F8-EB65BD351F14}" srcOrd="0" destOrd="0" presId="urn:microsoft.com/office/officeart/2018/2/layout/IconVerticalSolidList"/>
    <dgm:cxn modelId="{F0CCA44A-009B-427A-BA79-7C63950BD581}" type="presParOf" srcId="{4735B2FE-7A57-40A6-B1F8-EB65BD351F14}" destId="{BAC11AB0-851D-4C83-8E38-909574FDD3BE}" srcOrd="0" destOrd="0" presId="urn:microsoft.com/office/officeart/2018/2/layout/IconVerticalSolidList"/>
    <dgm:cxn modelId="{000A311B-B568-40B9-AE0A-77E075E88957}" type="presParOf" srcId="{4735B2FE-7A57-40A6-B1F8-EB65BD351F14}" destId="{DA8A6246-5EF7-4251-BC2E-F4747D59CC2C}" srcOrd="1" destOrd="0" presId="urn:microsoft.com/office/officeart/2018/2/layout/IconVerticalSolidList"/>
    <dgm:cxn modelId="{6FBD2304-AB19-4E63-8946-9ADA4225F52D}" type="presParOf" srcId="{4735B2FE-7A57-40A6-B1F8-EB65BD351F14}" destId="{B2C311AC-F9E6-47AE-8E4E-7BF904662D85}" srcOrd="2" destOrd="0" presId="urn:microsoft.com/office/officeart/2018/2/layout/IconVerticalSolidList"/>
    <dgm:cxn modelId="{740CF56A-7E52-428A-9ACC-27D55F103A95}" type="presParOf" srcId="{4735B2FE-7A57-40A6-B1F8-EB65BD351F14}" destId="{E7587A18-5F65-4736-9F23-DD215DE5F453}" srcOrd="3" destOrd="0" presId="urn:microsoft.com/office/officeart/2018/2/layout/IconVerticalSolidList"/>
    <dgm:cxn modelId="{6C7FBFCD-440E-4B0E-B474-B4DE4540F565}" type="presParOf" srcId="{B1F656B1-68C0-4BC5-8E4B-1F9B976C4341}" destId="{48A7E197-77BC-406D-8FC9-61967EA39F56}" srcOrd="1" destOrd="0" presId="urn:microsoft.com/office/officeart/2018/2/layout/IconVerticalSolidList"/>
    <dgm:cxn modelId="{B1E6FF33-343A-47D4-A42A-F6DB773C77C8}" type="presParOf" srcId="{B1F656B1-68C0-4BC5-8E4B-1F9B976C4341}" destId="{5BDB6F9D-ECA8-4DDB-9F5F-E9F36B435767}" srcOrd="2" destOrd="0" presId="urn:microsoft.com/office/officeart/2018/2/layout/IconVerticalSolidList"/>
    <dgm:cxn modelId="{04EBF05F-D18E-406D-B15E-112C241F4232}" type="presParOf" srcId="{5BDB6F9D-ECA8-4DDB-9F5F-E9F36B435767}" destId="{E487DB10-EDEC-4792-B97A-DB06BFA04D5D}" srcOrd="0" destOrd="0" presId="urn:microsoft.com/office/officeart/2018/2/layout/IconVerticalSolidList"/>
    <dgm:cxn modelId="{14D4B25B-BD6B-45AC-AB33-68BBB4B3FF6F}" type="presParOf" srcId="{5BDB6F9D-ECA8-4DDB-9F5F-E9F36B435767}" destId="{158419C4-91C0-4E0C-A4F0-EFC2F29929A4}" srcOrd="1" destOrd="0" presId="urn:microsoft.com/office/officeart/2018/2/layout/IconVerticalSolidList"/>
    <dgm:cxn modelId="{16079943-AC75-4204-8038-48DC36824B5C}" type="presParOf" srcId="{5BDB6F9D-ECA8-4DDB-9F5F-E9F36B435767}" destId="{2EFF78B6-1229-40C7-8AE5-1F456378FB9F}" srcOrd="2" destOrd="0" presId="urn:microsoft.com/office/officeart/2018/2/layout/IconVerticalSolidList"/>
    <dgm:cxn modelId="{9D940316-B44F-41CC-BB34-FE7C47FCF155}" type="presParOf" srcId="{5BDB6F9D-ECA8-4DDB-9F5F-E9F36B435767}" destId="{01A49474-AC05-488E-9524-4A3FE452885F}" srcOrd="3" destOrd="0" presId="urn:microsoft.com/office/officeart/2018/2/layout/IconVerticalSolidList"/>
    <dgm:cxn modelId="{ABC43EE9-FA1D-484E-9C70-A8C089714604}" type="presParOf" srcId="{B1F656B1-68C0-4BC5-8E4B-1F9B976C4341}" destId="{6E5B945F-F3EE-431F-8A1B-9509040FD54F}" srcOrd="3" destOrd="0" presId="urn:microsoft.com/office/officeart/2018/2/layout/IconVerticalSolidList"/>
    <dgm:cxn modelId="{118120AC-8F68-4015-A87C-067346F5EAF6}" type="presParOf" srcId="{B1F656B1-68C0-4BC5-8E4B-1F9B976C4341}" destId="{FAA8BA95-FF2D-4D77-A79F-A58345E99CD2}" srcOrd="4" destOrd="0" presId="urn:microsoft.com/office/officeart/2018/2/layout/IconVerticalSolidList"/>
    <dgm:cxn modelId="{70E718B0-845B-4537-8164-D69FB28D3104}" type="presParOf" srcId="{FAA8BA95-FF2D-4D77-A79F-A58345E99CD2}" destId="{D0C0F73F-0FA9-4E53-B5C5-D4AF58DBCAC9}" srcOrd="0" destOrd="0" presId="urn:microsoft.com/office/officeart/2018/2/layout/IconVerticalSolidList"/>
    <dgm:cxn modelId="{051C22FB-28E4-49E1-AF5C-C1AD291B8C69}" type="presParOf" srcId="{FAA8BA95-FF2D-4D77-A79F-A58345E99CD2}" destId="{D9CE7E64-0F7E-4729-98BE-F1B1813469CB}" srcOrd="1" destOrd="0" presId="urn:microsoft.com/office/officeart/2018/2/layout/IconVerticalSolidList"/>
    <dgm:cxn modelId="{64104E0A-72BC-4424-BBE9-BFA4D1770FB5}" type="presParOf" srcId="{FAA8BA95-FF2D-4D77-A79F-A58345E99CD2}" destId="{DA756072-F5A6-4D37-92CA-92691CE382FE}" srcOrd="2" destOrd="0" presId="urn:microsoft.com/office/officeart/2018/2/layout/IconVerticalSolidList"/>
    <dgm:cxn modelId="{A7F5609A-3F81-4C21-89C6-0FFE47EDF230}" type="presParOf" srcId="{FAA8BA95-FF2D-4D77-A79F-A58345E99CD2}" destId="{EF181EE0-B686-4296-A81D-AF440E01A3B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7AA10B3-CC61-4C27-A913-E6EC938D846B}" type="doc">
      <dgm:prSet loTypeId="urn:microsoft.com/office/officeart/2018/2/layout/IconVerticalSolidList" loCatId="icon" qsTypeId="urn:microsoft.com/office/officeart/2005/8/quickstyle/simple1" qsCatId="simple" csTypeId="urn:microsoft.com/office/officeart/2018/5/colors/Iconchunking_neutralbg_accent4_2" csCatId="accent4" phldr="1"/>
      <dgm:spPr/>
      <dgm:t>
        <a:bodyPr/>
        <a:lstStyle/>
        <a:p>
          <a:endParaRPr lang="en-US"/>
        </a:p>
      </dgm:t>
    </dgm:pt>
    <dgm:pt modelId="{A71A2724-4D84-4A1A-88A7-9A3550062DE6}">
      <dgm:prSet/>
      <dgm:spPr/>
      <dgm:t>
        <a:bodyPr/>
        <a:lstStyle/>
        <a:p>
          <a:pPr>
            <a:lnSpc>
              <a:spcPct val="100000"/>
            </a:lnSpc>
          </a:pPr>
          <a:r>
            <a:rPr lang="en-US" b="1" dirty="0"/>
            <a:t> Minh Vo</a:t>
          </a:r>
          <a:endParaRPr lang="en-US" dirty="0"/>
        </a:p>
      </dgm:t>
    </dgm:pt>
    <dgm:pt modelId="{23BDB464-AC53-4776-829B-DAEF48D995F6}" type="parTrans" cxnId="{4C31FC63-B01B-4B08-A555-DE34D7A05C97}">
      <dgm:prSet/>
      <dgm:spPr/>
      <dgm:t>
        <a:bodyPr/>
        <a:lstStyle/>
        <a:p>
          <a:endParaRPr lang="en-US"/>
        </a:p>
      </dgm:t>
    </dgm:pt>
    <dgm:pt modelId="{5F9B104A-9586-4F97-83EC-715554F3B96D}" type="sibTrans" cxnId="{4C31FC63-B01B-4B08-A555-DE34D7A05C97}">
      <dgm:prSet/>
      <dgm:spPr/>
      <dgm:t>
        <a:bodyPr/>
        <a:lstStyle/>
        <a:p>
          <a:endParaRPr lang="en-US"/>
        </a:p>
      </dgm:t>
    </dgm:pt>
    <dgm:pt modelId="{31F9574E-C843-4D8F-B0C9-B270668C23CC}">
      <dgm:prSet/>
      <dgm:spPr/>
      <dgm:t>
        <a:bodyPr/>
        <a:lstStyle/>
        <a:p>
          <a:pPr>
            <a:lnSpc>
              <a:spcPct val="100000"/>
            </a:lnSpc>
          </a:pPr>
          <a:r>
            <a:rPr lang="en-US"/>
            <a:t>Data acquisition and preprocessing </a:t>
          </a:r>
        </a:p>
      </dgm:t>
    </dgm:pt>
    <dgm:pt modelId="{CA893D98-2CEB-497D-BE95-C208AAB06B5A}" type="parTrans" cxnId="{EA4DC667-A739-4B14-BF93-EF71113B99B5}">
      <dgm:prSet/>
      <dgm:spPr/>
      <dgm:t>
        <a:bodyPr/>
        <a:lstStyle/>
        <a:p>
          <a:endParaRPr lang="en-US"/>
        </a:p>
      </dgm:t>
    </dgm:pt>
    <dgm:pt modelId="{21D18BEC-4DBC-49DB-9B18-CE71F4F57370}" type="sibTrans" cxnId="{EA4DC667-A739-4B14-BF93-EF71113B99B5}">
      <dgm:prSet/>
      <dgm:spPr/>
      <dgm:t>
        <a:bodyPr/>
        <a:lstStyle/>
        <a:p>
          <a:endParaRPr lang="en-US"/>
        </a:p>
      </dgm:t>
    </dgm:pt>
    <dgm:pt modelId="{A5A10BF3-A296-4A82-B835-B287099B3278}">
      <dgm:prSet/>
      <dgm:spPr/>
      <dgm:t>
        <a:bodyPr/>
        <a:lstStyle/>
        <a:p>
          <a:pPr>
            <a:lnSpc>
              <a:spcPct val="100000"/>
            </a:lnSpc>
          </a:pPr>
          <a:r>
            <a:rPr lang="en-US"/>
            <a:t>Data integration and cleaning </a:t>
          </a:r>
        </a:p>
      </dgm:t>
    </dgm:pt>
    <dgm:pt modelId="{7B5DB35A-30B1-45DA-B240-2C484E352237}" type="parTrans" cxnId="{F08EFBC5-8A76-4B1A-BE05-6CC27CBFF3A2}">
      <dgm:prSet/>
      <dgm:spPr/>
      <dgm:t>
        <a:bodyPr/>
        <a:lstStyle/>
        <a:p>
          <a:endParaRPr lang="en-US"/>
        </a:p>
      </dgm:t>
    </dgm:pt>
    <dgm:pt modelId="{7BCC603A-F7A4-46ED-9C3C-FF73A7252846}" type="sibTrans" cxnId="{F08EFBC5-8A76-4B1A-BE05-6CC27CBFF3A2}">
      <dgm:prSet/>
      <dgm:spPr/>
      <dgm:t>
        <a:bodyPr/>
        <a:lstStyle/>
        <a:p>
          <a:endParaRPr lang="en-US"/>
        </a:p>
      </dgm:t>
    </dgm:pt>
    <dgm:pt modelId="{D402632D-0AC0-4151-AA28-88A232EC3517}">
      <dgm:prSet/>
      <dgm:spPr/>
      <dgm:t>
        <a:bodyPr/>
        <a:lstStyle/>
        <a:p>
          <a:pPr>
            <a:lnSpc>
              <a:spcPct val="100000"/>
            </a:lnSpc>
          </a:pPr>
          <a:r>
            <a:rPr lang="en-US" b="1" dirty="0"/>
            <a:t> Jewel Cooper</a:t>
          </a:r>
          <a:endParaRPr lang="en-US" dirty="0"/>
        </a:p>
      </dgm:t>
    </dgm:pt>
    <dgm:pt modelId="{AEDFE0A0-FD84-4DE0-9450-5FA57CAD2864}" type="parTrans" cxnId="{E9A1B0CE-B124-43A5-AE6F-EB84749B93D7}">
      <dgm:prSet/>
      <dgm:spPr/>
      <dgm:t>
        <a:bodyPr/>
        <a:lstStyle/>
        <a:p>
          <a:endParaRPr lang="en-US"/>
        </a:p>
      </dgm:t>
    </dgm:pt>
    <dgm:pt modelId="{65C19A13-89DB-4E75-9801-B35A15F179AF}" type="sibTrans" cxnId="{E9A1B0CE-B124-43A5-AE6F-EB84749B93D7}">
      <dgm:prSet/>
      <dgm:spPr/>
      <dgm:t>
        <a:bodyPr/>
        <a:lstStyle/>
        <a:p>
          <a:endParaRPr lang="en-US"/>
        </a:p>
      </dgm:t>
    </dgm:pt>
    <dgm:pt modelId="{CDEA14BB-631C-4C41-B1C2-CC65004BCF74}">
      <dgm:prSet/>
      <dgm:spPr/>
      <dgm:t>
        <a:bodyPr/>
        <a:lstStyle/>
        <a:p>
          <a:pPr>
            <a:lnSpc>
              <a:spcPct val="100000"/>
            </a:lnSpc>
          </a:pPr>
          <a:r>
            <a:rPr lang="en-US"/>
            <a:t>Exploratory data analysis </a:t>
          </a:r>
        </a:p>
      </dgm:t>
    </dgm:pt>
    <dgm:pt modelId="{B5A3C456-50B2-4FB5-A7BE-B0C86D811592}" type="parTrans" cxnId="{E9DD69C1-6B76-4541-A268-E231D5EA5C09}">
      <dgm:prSet/>
      <dgm:spPr/>
      <dgm:t>
        <a:bodyPr/>
        <a:lstStyle/>
        <a:p>
          <a:endParaRPr lang="en-US"/>
        </a:p>
      </dgm:t>
    </dgm:pt>
    <dgm:pt modelId="{612D9DE0-3B81-407A-8A0B-AF51BF9C46E2}" type="sibTrans" cxnId="{E9DD69C1-6B76-4541-A268-E231D5EA5C09}">
      <dgm:prSet/>
      <dgm:spPr/>
      <dgm:t>
        <a:bodyPr/>
        <a:lstStyle/>
        <a:p>
          <a:endParaRPr lang="en-US"/>
        </a:p>
      </dgm:t>
    </dgm:pt>
    <dgm:pt modelId="{4519A8DD-58F7-4918-A4FC-88E675A79352}">
      <dgm:prSet/>
      <dgm:spPr/>
      <dgm:t>
        <a:bodyPr/>
        <a:lstStyle/>
        <a:p>
          <a:pPr>
            <a:lnSpc>
              <a:spcPct val="100000"/>
            </a:lnSpc>
          </a:pPr>
          <a:r>
            <a:rPr lang="en-US"/>
            <a:t>Presentation development and project documentation </a:t>
          </a:r>
        </a:p>
      </dgm:t>
    </dgm:pt>
    <dgm:pt modelId="{D44EE6E8-93DC-476D-855A-DFBC93CE0E49}" type="parTrans" cxnId="{FF37A34B-4E5A-44E6-9331-DE2EF26D88B5}">
      <dgm:prSet/>
      <dgm:spPr/>
      <dgm:t>
        <a:bodyPr/>
        <a:lstStyle/>
        <a:p>
          <a:endParaRPr lang="en-US"/>
        </a:p>
      </dgm:t>
    </dgm:pt>
    <dgm:pt modelId="{0A16415A-AD48-4481-9B6A-B6F3CAB5AF27}" type="sibTrans" cxnId="{FF37A34B-4E5A-44E6-9331-DE2EF26D88B5}">
      <dgm:prSet/>
      <dgm:spPr/>
      <dgm:t>
        <a:bodyPr/>
        <a:lstStyle/>
        <a:p>
          <a:endParaRPr lang="en-US"/>
        </a:p>
      </dgm:t>
    </dgm:pt>
    <dgm:pt modelId="{DD07AB76-08EF-49DF-BD00-7AD94B06AF8C}">
      <dgm:prSet/>
      <dgm:spPr/>
      <dgm:t>
        <a:bodyPr/>
        <a:lstStyle/>
        <a:p>
          <a:pPr>
            <a:lnSpc>
              <a:spcPct val="100000"/>
            </a:lnSpc>
          </a:pPr>
          <a:r>
            <a:rPr lang="en-US" b="1" dirty="0"/>
            <a:t> Quang Nguyen</a:t>
          </a:r>
          <a:endParaRPr lang="en-US" dirty="0"/>
        </a:p>
      </dgm:t>
    </dgm:pt>
    <dgm:pt modelId="{B4666544-016B-40AE-A239-AB6E32D0101E}" type="parTrans" cxnId="{93294144-4FF0-4925-ABBC-A3C40B417F8F}">
      <dgm:prSet/>
      <dgm:spPr/>
      <dgm:t>
        <a:bodyPr/>
        <a:lstStyle/>
        <a:p>
          <a:endParaRPr lang="en-US"/>
        </a:p>
      </dgm:t>
    </dgm:pt>
    <dgm:pt modelId="{526A8BD6-E609-4DD7-AE73-85A4ABD2844E}" type="sibTrans" cxnId="{93294144-4FF0-4925-ABBC-A3C40B417F8F}">
      <dgm:prSet/>
      <dgm:spPr/>
      <dgm:t>
        <a:bodyPr/>
        <a:lstStyle/>
        <a:p>
          <a:endParaRPr lang="en-US"/>
        </a:p>
      </dgm:t>
    </dgm:pt>
    <dgm:pt modelId="{CBDB729D-B625-493D-846B-A73B69E6910E}">
      <dgm:prSet/>
      <dgm:spPr/>
      <dgm:t>
        <a:bodyPr/>
        <a:lstStyle/>
        <a:p>
          <a:pPr>
            <a:lnSpc>
              <a:spcPct val="100000"/>
            </a:lnSpc>
          </a:pPr>
          <a:r>
            <a:rPr lang="en-US"/>
            <a:t>Statistical analysis and modeling </a:t>
          </a:r>
        </a:p>
      </dgm:t>
    </dgm:pt>
    <dgm:pt modelId="{D5305B86-D864-45A3-8443-7B8CB4C885B0}" type="parTrans" cxnId="{630A64D3-A545-4FA3-8148-A60BAA3B50EF}">
      <dgm:prSet/>
      <dgm:spPr/>
      <dgm:t>
        <a:bodyPr/>
        <a:lstStyle/>
        <a:p>
          <a:endParaRPr lang="en-US"/>
        </a:p>
      </dgm:t>
    </dgm:pt>
    <dgm:pt modelId="{F6BF8330-49AE-4081-B24F-FA1832C6082A}" type="sibTrans" cxnId="{630A64D3-A545-4FA3-8148-A60BAA3B50EF}">
      <dgm:prSet/>
      <dgm:spPr/>
      <dgm:t>
        <a:bodyPr/>
        <a:lstStyle/>
        <a:p>
          <a:endParaRPr lang="en-US"/>
        </a:p>
      </dgm:t>
    </dgm:pt>
    <dgm:pt modelId="{D3B323AA-CCD7-430D-BCC5-25A76190E1A5}">
      <dgm:prSet/>
      <dgm:spPr/>
      <dgm:t>
        <a:bodyPr/>
        <a:lstStyle/>
        <a:p>
          <a:pPr>
            <a:lnSpc>
              <a:spcPct val="100000"/>
            </a:lnSpc>
          </a:pPr>
          <a:r>
            <a:rPr lang="en-US"/>
            <a:t>Results interpretation and visualization</a:t>
          </a:r>
        </a:p>
      </dgm:t>
    </dgm:pt>
    <dgm:pt modelId="{46102E3C-80DD-43A2-AECA-06882F61DF6F}" type="parTrans" cxnId="{21244E06-693C-44DE-93ED-7F0FCD9C46E7}">
      <dgm:prSet/>
      <dgm:spPr/>
      <dgm:t>
        <a:bodyPr/>
        <a:lstStyle/>
        <a:p>
          <a:endParaRPr lang="en-US"/>
        </a:p>
      </dgm:t>
    </dgm:pt>
    <dgm:pt modelId="{846447D3-87E1-4F63-840B-31630FB6CE93}" type="sibTrans" cxnId="{21244E06-693C-44DE-93ED-7F0FCD9C46E7}">
      <dgm:prSet/>
      <dgm:spPr/>
      <dgm:t>
        <a:bodyPr/>
        <a:lstStyle/>
        <a:p>
          <a:endParaRPr lang="en-US"/>
        </a:p>
      </dgm:t>
    </dgm:pt>
    <dgm:pt modelId="{7A17E94A-E201-4BEE-95CD-19B2736AFEC8}" type="pres">
      <dgm:prSet presAssocID="{F7AA10B3-CC61-4C27-A913-E6EC938D846B}" presName="root" presStyleCnt="0">
        <dgm:presLayoutVars>
          <dgm:dir/>
          <dgm:resizeHandles val="exact"/>
        </dgm:presLayoutVars>
      </dgm:prSet>
      <dgm:spPr/>
    </dgm:pt>
    <dgm:pt modelId="{5BCDEE6D-DAAA-4A6B-89AE-5B8D0F3356D9}" type="pres">
      <dgm:prSet presAssocID="{A71A2724-4D84-4A1A-88A7-9A3550062DE6}" presName="compNode" presStyleCnt="0"/>
      <dgm:spPr/>
    </dgm:pt>
    <dgm:pt modelId="{DDB1D0F9-78A2-4E93-B2CC-9571F5241FCF}" type="pres">
      <dgm:prSet presAssocID="{A71A2724-4D84-4A1A-88A7-9A3550062DE6}" presName="bgRect" presStyleLbl="bgShp" presStyleIdx="0" presStyleCnt="3"/>
      <dgm:spPr/>
    </dgm:pt>
    <dgm:pt modelId="{232372B9-3DAB-442D-B8BC-87104402AD1B}" type="pres">
      <dgm:prSet presAssocID="{A71A2724-4D84-4A1A-88A7-9A3550062DE6}"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Bar chart"/>
        </a:ext>
      </dgm:extLst>
    </dgm:pt>
    <dgm:pt modelId="{D3D2138C-4DEC-4714-AE58-A52D5C30E959}" type="pres">
      <dgm:prSet presAssocID="{A71A2724-4D84-4A1A-88A7-9A3550062DE6}" presName="spaceRect" presStyleCnt="0"/>
      <dgm:spPr/>
    </dgm:pt>
    <dgm:pt modelId="{55E58AE1-277F-4B20-94CF-74C5CEE11BB3}" type="pres">
      <dgm:prSet presAssocID="{A71A2724-4D84-4A1A-88A7-9A3550062DE6}" presName="parTx" presStyleLbl="revTx" presStyleIdx="0" presStyleCnt="6">
        <dgm:presLayoutVars>
          <dgm:chMax val="0"/>
          <dgm:chPref val="0"/>
        </dgm:presLayoutVars>
      </dgm:prSet>
      <dgm:spPr/>
    </dgm:pt>
    <dgm:pt modelId="{12F5BA97-75CC-475D-BD61-C0593D51DAB0}" type="pres">
      <dgm:prSet presAssocID="{A71A2724-4D84-4A1A-88A7-9A3550062DE6}" presName="desTx" presStyleLbl="revTx" presStyleIdx="1" presStyleCnt="6">
        <dgm:presLayoutVars/>
      </dgm:prSet>
      <dgm:spPr/>
    </dgm:pt>
    <dgm:pt modelId="{076853C4-7932-4BA0-BB5A-6B8BDD172209}" type="pres">
      <dgm:prSet presAssocID="{5F9B104A-9586-4F97-83EC-715554F3B96D}" presName="sibTrans" presStyleCnt="0"/>
      <dgm:spPr/>
    </dgm:pt>
    <dgm:pt modelId="{359433C8-E9BD-48D5-969B-400C68386AF8}" type="pres">
      <dgm:prSet presAssocID="{DD07AB76-08EF-49DF-BD00-7AD94B06AF8C}" presName="compNode" presStyleCnt="0"/>
      <dgm:spPr/>
    </dgm:pt>
    <dgm:pt modelId="{0FCCB5C3-1245-474A-8792-51BE558E5168}" type="pres">
      <dgm:prSet presAssocID="{DD07AB76-08EF-49DF-BD00-7AD94B06AF8C}" presName="bgRect" presStyleLbl="bgShp" presStyleIdx="1" presStyleCnt="3"/>
      <dgm:spPr/>
    </dgm:pt>
    <dgm:pt modelId="{A60FB0C5-5214-41FC-8CB3-8449D5CB0842}" type="pres">
      <dgm:prSet presAssocID="{DD07AB76-08EF-49DF-BD00-7AD94B06AF8C}"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atistics"/>
        </a:ext>
      </dgm:extLst>
    </dgm:pt>
    <dgm:pt modelId="{0F23F93B-BB06-43E2-81AC-9AF59CC87C20}" type="pres">
      <dgm:prSet presAssocID="{DD07AB76-08EF-49DF-BD00-7AD94B06AF8C}" presName="spaceRect" presStyleCnt="0"/>
      <dgm:spPr/>
    </dgm:pt>
    <dgm:pt modelId="{D7F83E8E-AB1E-41B7-B136-74922CE32EFA}" type="pres">
      <dgm:prSet presAssocID="{DD07AB76-08EF-49DF-BD00-7AD94B06AF8C}" presName="parTx" presStyleLbl="revTx" presStyleIdx="2" presStyleCnt="6">
        <dgm:presLayoutVars>
          <dgm:chMax val="0"/>
          <dgm:chPref val="0"/>
        </dgm:presLayoutVars>
      </dgm:prSet>
      <dgm:spPr/>
    </dgm:pt>
    <dgm:pt modelId="{CC123ABB-BEA2-406D-BF37-C60EBF1FD53A}" type="pres">
      <dgm:prSet presAssocID="{DD07AB76-08EF-49DF-BD00-7AD94B06AF8C}" presName="desTx" presStyleLbl="revTx" presStyleIdx="3" presStyleCnt="6">
        <dgm:presLayoutVars/>
      </dgm:prSet>
      <dgm:spPr/>
    </dgm:pt>
    <dgm:pt modelId="{E1140FE5-3496-428A-B2D6-8152BCDA4A7F}" type="pres">
      <dgm:prSet presAssocID="{526A8BD6-E609-4DD7-AE73-85A4ABD2844E}" presName="sibTrans" presStyleCnt="0"/>
      <dgm:spPr/>
    </dgm:pt>
    <dgm:pt modelId="{E778D7ED-658F-4CB6-91C0-EF9FB5E9CE6C}" type="pres">
      <dgm:prSet presAssocID="{D402632D-0AC0-4151-AA28-88A232EC3517}" presName="compNode" presStyleCnt="0"/>
      <dgm:spPr/>
    </dgm:pt>
    <dgm:pt modelId="{51E0E2C7-AA73-4CA3-9398-9A1B3F7DA32B}" type="pres">
      <dgm:prSet presAssocID="{D402632D-0AC0-4151-AA28-88A232EC3517}" presName="bgRect" presStyleLbl="bgShp" presStyleIdx="2" presStyleCnt="3"/>
      <dgm:spPr/>
    </dgm:pt>
    <dgm:pt modelId="{1CB072D2-BCF2-4166-83FF-E3C28752418A}" type="pres">
      <dgm:prSet presAssocID="{D402632D-0AC0-4151-AA28-88A232EC3517}"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City"/>
        </a:ext>
      </dgm:extLst>
    </dgm:pt>
    <dgm:pt modelId="{8EC026A1-6D60-41DB-BF23-37CAF57F0957}" type="pres">
      <dgm:prSet presAssocID="{D402632D-0AC0-4151-AA28-88A232EC3517}" presName="spaceRect" presStyleCnt="0"/>
      <dgm:spPr/>
    </dgm:pt>
    <dgm:pt modelId="{FA3D0137-435B-4AD2-B3E4-655A08F84B73}" type="pres">
      <dgm:prSet presAssocID="{D402632D-0AC0-4151-AA28-88A232EC3517}" presName="parTx" presStyleLbl="revTx" presStyleIdx="4" presStyleCnt="6">
        <dgm:presLayoutVars>
          <dgm:chMax val="0"/>
          <dgm:chPref val="0"/>
        </dgm:presLayoutVars>
      </dgm:prSet>
      <dgm:spPr/>
    </dgm:pt>
    <dgm:pt modelId="{3A5BC487-E01D-479D-9054-5ACF39FA7595}" type="pres">
      <dgm:prSet presAssocID="{D402632D-0AC0-4151-AA28-88A232EC3517}" presName="desTx" presStyleLbl="revTx" presStyleIdx="5" presStyleCnt="6">
        <dgm:presLayoutVars/>
      </dgm:prSet>
      <dgm:spPr/>
    </dgm:pt>
  </dgm:ptLst>
  <dgm:cxnLst>
    <dgm:cxn modelId="{21244E06-693C-44DE-93ED-7F0FCD9C46E7}" srcId="{DD07AB76-08EF-49DF-BD00-7AD94B06AF8C}" destId="{D3B323AA-CCD7-430D-BCC5-25A76190E1A5}" srcOrd="1" destOrd="0" parTransId="{46102E3C-80DD-43A2-AECA-06882F61DF6F}" sibTransId="{846447D3-87E1-4F63-840B-31630FB6CE93}"/>
    <dgm:cxn modelId="{922BEB0C-A750-49B9-BC14-BBAC5A390074}" type="presOf" srcId="{CDEA14BB-631C-4C41-B1C2-CC65004BCF74}" destId="{3A5BC487-E01D-479D-9054-5ACF39FA7595}" srcOrd="0" destOrd="0" presId="urn:microsoft.com/office/officeart/2018/2/layout/IconVerticalSolidList"/>
    <dgm:cxn modelId="{971D1D14-1ECB-43E5-9700-6D7015EEA6F4}" type="presOf" srcId="{A5A10BF3-A296-4A82-B835-B287099B3278}" destId="{12F5BA97-75CC-475D-BD61-C0593D51DAB0}" srcOrd="0" destOrd="1" presId="urn:microsoft.com/office/officeart/2018/2/layout/IconVerticalSolidList"/>
    <dgm:cxn modelId="{37A1122D-A4B2-46DD-BE1C-FE9F491424BF}" type="presOf" srcId="{CBDB729D-B625-493D-846B-A73B69E6910E}" destId="{CC123ABB-BEA2-406D-BF37-C60EBF1FD53A}" srcOrd="0" destOrd="0" presId="urn:microsoft.com/office/officeart/2018/2/layout/IconVerticalSolidList"/>
    <dgm:cxn modelId="{48F91B5C-E10B-4268-83CE-CEA614F44BD9}" type="presOf" srcId="{DD07AB76-08EF-49DF-BD00-7AD94B06AF8C}" destId="{D7F83E8E-AB1E-41B7-B136-74922CE32EFA}" srcOrd="0" destOrd="0" presId="urn:microsoft.com/office/officeart/2018/2/layout/IconVerticalSolidList"/>
    <dgm:cxn modelId="{7E4C4961-1650-4181-A06D-8E03DBC5244D}" type="presOf" srcId="{31F9574E-C843-4D8F-B0C9-B270668C23CC}" destId="{12F5BA97-75CC-475D-BD61-C0593D51DAB0}" srcOrd="0" destOrd="0" presId="urn:microsoft.com/office/officeart/2018/2/layout/IconVerticalSolidList"/>
    <dgm:cxn modelId="{4C31FC63-B01B-4B08-A555-DE34D7A05C97}" srcId="{F7AA10B3-CC61-4C27-A913-E6EC938D846B}" destId="{A71A2724-4D84-4A1A-88A7-9A3550062DE6}" srcOrd="0" destOrd="0" parTransId="{23BDB464-AC53-4776-829B-DAEF48D995F6}" sibTransId="{5F9B104A-9586-4F97-83EC-715554F3B96D}"/>
    <dgm:cxn modelId="{93294144-4FF0-4925-ABBC-A3C40B417F8F}" srcId="{F7AA10B3-CC61-4C27-A913-E6EC938D846B}" destId="{DD07AB76-08EF-49DF-BD00-7AD94B06AF8C}" srcOrd="1" destOrd="0" parTransId="{B4666544-016B-40AE-A239-AB6E32D0101E}" sibTransId="{526A8BD6-E609-4DD7-AE73-85A4ABD2844E}"/>
    <dgm:cxn modelId="{1F6BCE45-6B7A-466F-BCE5-C67BE8192110}" type="presOf" srcId="{A71A2724-4D84-4A1A-88A7-9A3550062DE6}" destId="{55E58AE1-277F-4B20-94CF-74C5CEE11BB3}" srcOrd="0" destOrd="0" presId="urn:microsoft.com/office/officeart/2018/2/layout/IconVerticalSolidList"/>
    <dgm:cxn modelId="{EA4DC667-A739-4B14-BF93-EF71113B99B5}" srcId="{A71A2724-4D84-4A1A-88A7-9A3550062DE6}" destId="{31F9574E-C843-4D8F-B0C9-B270668C23CC}" srcOrd="0" destOrd="0" parTransId="{CA893D98-2CEB-497D-BE95-C208AAB06B5A}" sibTransId="{21D18BEC-4DBC-49DB-9B18-CE71F4F57370}"/>
    <dgm:cxn modelId="{FF37A34B-4E5A-44E6-9331-DE2EF26D88B5}" srcId="{D402632D-0AC0-4151-AA28-88A232EC3517}" destId="{4519A8DD-58F7-4918-A4FC-88E675A79352}" srcOrd="1" destOrd="0" parTransId="{D44EE6E8-93DC-476D-855A-DFBC93CE0E49}" sibTransId="{0A16415A-AD48-4481-9B6A-B6F3CAB5AF27}"/>
    <dgm:cxn modelId="{F63CE76E-60E3-453B-8812-DE797FC3C97B}" type="presOf" srcId="{D3B323AA-CCD7-430D-BCC5-25A76190E1A5}" destId="{CC123ABB-BEA2-406D-BF37-C60EBF1FD53A}" srcOrd="0" destOrd="1" presId="urn:microsoft.com/office/officeart/2018/2/layout/IconVerticalSolidList"/>
    <dgm:cxn modelId="{DC1C859A-921C-4B46-A0B2-0E9A38D1AEC7}" type="presOf" srcId="{4519A8DD-58F7-4918-A4FC-88E675A79352}" destId="{3A5BC487-E01D-479D-9054-5ACF39FA7595}" srcOrd="0" destOrd="1" presId="urn:microsoft.com/office/officeart/2018/2/layout/IconVerticalSolidList"/>
    <dgm:cxn modelId="{E9DD69C1-6B76-4541-A268-E231D5EA5C09}" srcId="{D402632D-0AC0-4151-AA28-88A232EC3517}" destId="{CDEA14BB-631C-4C41-B1C2-CC65004BCF74}" srcOrd="0" destOrd="0" parTransId="{B5A3C456-50B2-4FB5-A7BE-B0C86D811592}" sibTransId="{612D9DE0-3B81-407A-8A0B-AF51BF9C46E2}"/>
    <dgm:cxn modelId="{E8C905C3-B331-4A82-B54D-21C42B2A2D94}" type="presOf" srcId="{D402632D-0AC0-4151-AA28-88A232EC3517}" destId="{FA3D0137-435B-4AD2-B3E4-655A08F84B73}" srcOrd="0" destOrd="0" presId="urn:microsoft.com/office/officeart/2018/2/layout/IconVerticalSolidList"/>
    <dgm:cxn modelId="{F08EFBC5-8A76-4B1A-BE05-6CC27CBFF3A2}" srcId="{A71A2724-4D84-4A1A-88A7-9A3550062DE6}" destId="{A5A10BF3-A296-4A82-B835-B287099B3278}" srcOrd="1" destOrd="0" parTransId="{7B5DB35A-30B1-45DA-B240-2C484E352237}" sibTransId="{7BCC603A-F7A4-46ED-9C3C-FF73A7252846}"/>
    <dgm:cxn modelId="{E9A1B0CE-B124-43A5-AE6F-EB84749B93D7}" srcId="{F7AA10B3-CC61-4C27-A913-E6EC938D846B}" destId="{D402632D-0AC0-4151-AA28-88A232EC3517}" srcOrd="2" destOrd="0" parTransId="{AEDFE0A0-FD84-4DE0-9450-5FA57CAD2864}" sibTransId="{65C19A13-89DB-4E75-9801-B35A15F179AF}"/>
    <dgm:cxn modelId="{630A64D3-A545-4FA3-8148-A60BAA3B50EF}" srcId="{DD07AB76-08EF-49DF-BD00-7AD94B06AF8C}" destId="{CBDB729D-B625-493D-846B-A73B69E6910E}" srcOrd="0" destOrd="0" parTransId="{D5305B86-D864-45A3-8443-7B8CB4C885B0}" sibTransId="{F6BF8330-49AE-4081-B24F-FA1832C6082A}"/>
    <dgm:cxn modelId="{7AD35ED4-581A-4E9D-9414-87EA77964B7E}" type="presOf" srcId="{F7AA10B3-CC61-4C27-A913-E6EC938D846B}" destId="{7A17E94A-E201-4BEE-95CD-19B2736AFEC8}" srcOrd="0" destOrd="0" presId="urn:microsoft.com/office/officeart/2018/2/layout/IconVerticalSolidList"/>
    <dgm:cxn modelId="{AD823705-ADEF-45FC-A614-D9E60F3CEAE4}" type="presParOf" srcId="{7A17E94A-E201-4BEE-95CD-19B2736AFEC8}" destId="{5BCDEE6D-DAAA-4A6B-89AE-5B8D0F3356D9}" srcOrd="0" destOrd="0" presId="urn:microsoft.com/office/officeart/2018/2/layout/IconVerticalSolidList"/>
    <dgm:cxn modelId="{C73DF307-4E47-4770-AEF9-A251427DFAC5}" type="presParOf" srcId="{5BCDEE6D-DAAA-4A6B-89AE-5B8D0F3356D9}" destId="{DDB1D0F9-78A2-4E93-B2CC-9571F5241FCF}" srcOrd="0" destOrd="0" presId="urn:microsoft.com/office/officeart/2018/2/layout/IconVerticalSolidList"/>
    <dgm:cxn modelId="{58B053AD-D132-4178-805C-5AC47142AB78}" type="presParOf" srcId="{5BCDEE6D-DAAA-4A6B-89AE-5B8D0F3356D9}" destId="{232372B9-3DAB-442D-B8BC-87104402AD1B}" srcOrd="1" destOrd="0" presId="urn:microsoft.com/office/officeart/2018/2/layout/IconVerticalSolidList"/>
    <dgm:cxn modelId="{8AE0D8F6-2653-45EC-B9F0-5AAE6FFBF55A}" type="presParOf" srcId="{5BCDEE6D-DAAA-4A6B-89AE-5B8D0F3356D9}" destId="{D3D2138C-4DEC-4714-AE58-A52D5C30E959}" srcOrd="2" destOrd="0" presId="urn:microsoft.com/office/officeart/2018/2/layout/IconVerticalSolidList"/>
    <dgm:cxn modelId="{7F32B4BF-A8B7-462C-92A8-B56FE70B3084}" type="presParOf" srcId="{5BCDEE6D-DAAA-4A6B-89AE-5B8D0F3356D9}" destId="{55E58AE1-277F-4B20-94CF-74C5CEE11BB3}" srcOrd="3" destOrd="0" presId="urn:microsoft.com/office/officeart/2018/2/layout/IconVerticalSolidList"/>
    <dgm:cxn modelId="{3EFD137C-72D4-4696-BB90-E56356BB2818}" type="presParOf" srcId="{5BCDEE6D-DAAA-4A6B-89AE-5B8D0F3356D9}" destId="{12F5BA97-75CC-475D-BD61-C0593D51DAB0}" srcOrd="4" destOrd="0" presId="urn:microsoft.com/office/officeart/2018/2/layout/IconVerticalSolidList"/>
    <dgm:cxn modelId="{4D9224E6-F2AC-49D4-B0BC-9C8F088CBEBD}" type="presParOf" srcId="{7A17E94A-E201-4BEE-95CD-19B2736AFEC8}" destId="{076853C4-7932-4BA0-BB5A-6B8BDD172209}" srcOrd="1" destOrd="0" presId="urn:microsoft.com/office/officeart/2018/2/layout/IconVerticalSolidList"/>
    <dgm:cxn modelId="{5E3C722E-75D4-468C-A86B-8152D8E15765}" type="presParOf" srcId="{7A17E94A-E201-4BEE-95CD-19B2736AFEC8}" destId="{359433C8-E9BD-48D5-969B-400C68386AF8}" srcOrd="2" destOrd="0" presId="urn:microsoft.com/office/officeart/2018/2/layout/IconVerticalSolidList"/>
    <dgm:cxn modelId="{88E099F5-3C09-493B-908A-0ADEC27ADDFE}" type="presParOf" srcId="{359433C8-E9BD-48D5-969B-400C68386AF8}" destId="{0FCCB5C3-1245-474A-8792-51BE558E5168}" srcOrd="0" destOrd="0" presId="urn:microsoft.com/office/officeart/2018/2/layout/IconVerticalSolidList"/>
    <dgm:cxn modelId="{CB718D78-AC2E-43C7-8C3A-15D9DF957A8D}" type="presParOf" srcId="{359433C8-E9BD-48D5-969B-400C68386AF8}" destId="{A60FB0C5-5214-41FC-8CB3-8449D5CB0842}" srcOrd="1" destOrd="0" presId="urn:microsoft.com/office/officeart/2018/2/layout/IconVerticalSolidList"/>
    <dgm:cxn modelId="{E56F3003-683F-4EB5-8062-819640763117}" type="presParOf" srcId="{359433C8-E9BD-48D5-969B-400C68386AF8}" destId="{0F23F93B-BB06-43E2-81AC-9AF59CC87C20}" srcOrd="2" destOrd="0" presId="urn:microsoft.com/office/officeart/2018/2/layout/IconVerticalSolidList"/>
    <dgm:cxn modelId="{E4871C21-54E5-455F-8E53-E5389F975EEB}" type="presParOf" srcId="{359433C8-E9BD-48D5-969B-400C68386AF8}" destId="{D7F83E8E-AB1E-41B7-B136-74922CE32EFA}" srcOrd="3" destOrd="0" presId="urn:microsoft.com/office/officeart/2018/2/layout/IconVerticalSolidList"/>
    <dgm:cxn modelId="{00BA751E-3B41-49C0-B2E1-E617D79272DD}" type="presParOf" srcId="{359433C8-E9BD-48D5-969B-400C68386AF8}" destId="{CC123ABB-BEA2-406D-BF37-C60EBF1FD53A}" srcOrd="4" destOrd="0" presId="urn:microsoft.com/office/officeart/2018/2/layout/IconVerticalSolidList"/>
    <dgm:cxn modelId="{D5059084-B670-4A06-A296-F7AB73A8F0D8}" type="presParOf" srcId="{7A17E94A-E201-4BEE-95CD-19B2736AFEC8}" destId="{E1140FE5-3496-428A-B2D6-8152BCDA4A7F}" srcOrd="3" destOrd="0" presId="urn:microsoft.com/office/officeart/2018/2/layout/IconVerticalSolidList"/>
    <dgm:cxn modelId="{E1380CC2-13FE-4DF0-9AA3-43A35FDADD24}" type="presParOf" srcId="{7A17E94A-E201-4BEE-95CD-19B2736AFEC8}" destId="{E778D7ED-658F-4CB6-91C0-EF9FB5E9CE6C}" srcOrd="4" destOrd="0" presId="urn:microsoft.com/office/officeart/2018/2/layout/IconVerticalSolidList"/>
    <dgm:cxn modelId="{06D76FE3-44A2-4226-AF20-144CAC5F3460}" type="presParOf" srcId="{E778D7ED-658F-4CB6-91C0-EF9FB5E9CE6C}" destId="{51E0E2C7-AA73-4CA3-9398-9A1B3F7DA32B}" srcOrd="0" destOrd="0" presId="urn:microsoft.com/office/officeart/2018/2/layout/IconVerticalSolidList"/>
    <dgm:cxn modelId="{401127F9-D9E5-4955-BE2E-BCDB61D7D4FF}" type="presParOf" srcId="{E778D7ED-658F-4CB6-91C0-EF9FB5E9CE6C}" destId="{1CB072D2-BCF2-4166-83FF-E3C28752418A}" srcOrd="1" destOrd="0" presId="urn:microsoft.com/office/officeart/2018/2/layout/IconVerticalSolidList"/>
    <dgm:cxn modelId="{08B2C2F9-C1D0-4C75-9C17-00665E44C87E}" type="presParOf" srcId="{E778D7ED-658F-4CB6-91C0-EF9FB5E9CE6C}" destId="{8EC026A1-6D60-41DB-BF23-37CAF57F0957}" srcOrd="2" destOrd="0" presId="urn:microsoft.com/office/officeart/2018/2/layout/IconVerticalSolidList"/>
    <dgm:cxn modelId="{03AC0088-EC72-49EE-970C-37E45859CF57}" type="presParOf" srcId="{E778D7ED-658F-4CB6-91C0-EF9FB5E9CE6C}" destId="{FA3D0137-435B-4AD2-B3E4-655A08F84B73}" srcOrd="3" destOrd="0" presId="urn:microsoft.com/office/officeart/2018/2/layout/IconVerticalSolidList"/>
    <dgm:cxn modelId="{29F2B37B-441A-4B3F-9818-2FC6B7FB63AA}" type="presParOf" srcId="{E778D7ED-658F-4CB6-91C0-EF9FB5E9CE6C}" destId="{3A5BC487-E01D-479D-9054-5ACF39FA7595}"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0A1F33-2F3E-41F3-B85C-BED3FD4FB3BD}">
      <dsp:nvSpPr>
        <dsp:cNvPr id="0" name=""/>
        <dsp:cNvSpPr/>
      </dsp:nvSpPr>
      <dsp:spPr>
        <a:xfrm>
          <a:off x="752566" y="1045320"/>
          <a:ext cx="1066720" cy="10667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AC7A54B-343F-4DDD-813D-4D1F04C7C2BD}">
      <dsp:nvSpPr>
        <dsp:cNvPr id="0" name=""/>
        <dsp:cNvSpPr/>
      </dsp:nvSpPr>
      <dsp:spPr>
        <a:xfrm>
          <a:off x="100682" y="2427484"/>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en-US" sz="1300" kern="1200" dirty="0"/>
            <a:t>Sports Broadcasters developing predictive models for future race performance outcomes</a:t>
          </a:r>
        </a:p>
      </dsp:txBody>
      <dsp:txXfrm>
        <a:off x="100682" y="2427484"/>
        <a:ext cx="2370489" cy="720000"/>
      </dsp:txXfrm>
    </dsp:sp>
    <dsp:sp modelId="{CDFAB8C2-B9DF-4EC9-82C9-67AE29A555A5}">
      <dsp:nvSpPr>
        <dsp:cNvPr id="0" name=""/>
        <dsp:cNvSpPr/>
      </dsp:nvSpPr>
      <dsp:spPr>
        <a:xfrm>
          <a:off x="3537891" y="1045320"/>
          <a:ext cx="1066720" cy="10667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98D9A10-AD0D-4951-BC2D-BBBBD0C38C51}">
      <dsp:nvSpPr>
        <dsp:cNvPr id="0" name=""/>
        <dsp:cNvSpPr/>
      </dsp:nvSpPr>
      <dsp:spPr>
        <a:xfrm>
          <a:off x="2886007" y="2427484"/>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en-US" sz="1300" kern="1200"/>
            <a:t>F1 Pit Crew optimizing race strategy, tire management, and pit stop timing. </a:t>
          </a:r>
        </a:p>
      </dsp:txBody>
      <dsp:txXfrm>
        <a:off x="2886007" y="2427484"/>
        <a:ext cx="2370489" cy="720000"/>
      </dsp:txXfrm>
    </dsp:sp>
    <dsp:sp modelId="{BAF60662-3738-45E5-A57E-7E2E31EAB3F1}">
      <dsp:nvSpPr>
        <dsp:cNvPr id="0" name=""/>
        <dsp:cNvSpPr/>
      </dsp:nvSpPr>
      <dsp:spPr>
        <a:xfrm>
          <a:off x="6323216" y="1045320"/>
          <a:ext cx="1066720" cy="10667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440C8F7-6FDE-47EE-80E5-642FC879AC08}">
      <dsp:nvSpPr>
        <dsp:cNvPr id="0" name=""/>
        <dsp:cNvSpPr/>
      </dsp:nvSpPr>
      <dsp:spPr>
        <a:xfrm>
          <a:off x="5671332" y="2427484"/>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en-US" sz="1300" kern="1200" dirty="0"/>
            <a:t>Sports analytics researchers studying performance optimization </a:t>
          </a:r>
        </a:p>
      </dsp:txBody>
      <dsp:txXfrm>
        <a:off x="5671332" y="2427484"/>
        <a:ext cx="2370489" cy="720000"/>
      </dsp:txXfrm>
    </dsp:sp>
    <dsp:sp modelId="{229CFA42-F320-4F2B-A2E6-E63E03943DB5}">
      <dsp:nvSpPr>
        <dsp:cNvPr id="0" name=""/>
        <dsp:cNvSpPr/>
      </dsp:nvSpPr>
      <dsp:spPr>
        <a:xfrm>
          <a:off x="9108541" y="1045320"/>
          <a:ext cx="1066720" cy="10667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7459F6A-BE96-4340-A27F-6DCE0BC041F8}">
      <dsp:nvSpPr>
        <dsp:cNvPr id="0" name=""/>
        <dsp:cNvSpPr/>
      </dsp:nvSpPr>
      <dsp:spPr>
        <a:xfrm>
          <a:off x="8456657" y="2427484"/>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en-US" sz="1300" kern="1200" dirty="0"/>
            <a:t>App developers creating predictive tools for fan engagement</a:t>
          </a:r>
        </a:p>
      </dsp:txBody>
      <dsp:txXfrm>
        <a:off x="8456657" y="2427484"/>
        <a:ext cx="2370489"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C11AB0-851D-4C83-8E38-909574FDD3BE}">
      <dsp:nvSpPr>
        <dsp:cNvPr id="0" name=""/>
        <dsp:cNvSpPr/>
      </dsp:nvSpPr>
      <dsp:spPr>
        <a:xfrm>
          <a:off x="0" y="717"/>
          <a:ext cx="6301601" cy="167924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A8A6246-5EF7-4251-BC2E-F4747D59CC2C}">
      <dsp:nvSpPr>
        <dsp:cNvPr id="0" name=""/>
        <dsp:cNvSpPr/>
      </dsp:nvSpPr>
      <dsp:spPr>
        <a:xfrm>
          <a:off x="507973" y="378548"/>
          <a:ext cx="923587" cy="9235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7587A18-5F65-4736-9F23-DD215DE5F453}">
      <dsp:nvSpPr>
        <dsp:cNvPr id="0" name=""/>
        <dsp:cNvSpPr/>
      </dsp:nvSpPr>
      <dsp:spPr>
        <a:xfrm>
          <a:off x="1939533" y="717"/>
          <a:ext cx="4362067" cy="1679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721" tIns="177721" rIns="177721" bIns="177721" numCol="1" spcCol="1270" anchor="ctr" anchorCtr="0">
          <a:noAutofit/>
        </a:bodyPr>
        <a:lstStyle/>
        <a:p>
          <a:pPr marL="0" lvl="0" indent="0" algn="l" defTabSz="1111250">
            <a:lnSpc>
              <a:spcPct val="90000"/>
            </a:lnSpc>
            <a:spcBef>
              <a:spcPct val="0"/>
            </a:spcBef>
            <a:spcAft>
              <a:spcPct val="35000"/>
            </a:spcAft>
            <a:buNone/>
          </a:pPr>
          <a:r>
            <a:rPr lang="en-US" sz="2500" kern="1200"/>
            <a:t>OpenF1 provides accessible motorsport data through its API</a:t>
          </a:r>
        </a:p>
      </dsp:txBody>
      <dsp:txXfrm>
        <a:off x="1939533" y="717"/>
        <a:ext cx="4362067" cy="1679249"/>
      </dsp:txXfrm>
    </dsp:sp>
    <dsp:sp modelId="{E487DB10-EDEC-4792-B97A-DB06BFA04D5D}">
      <dsp:nvSpPr>
        <dsp:cNvPr id="0" name=""/>
        <dsp:cNvSpPr/>
      </dsp:nvSpPr>
      <dsp:spPr>
        <a:xfrm>
          <a:off x="0" y="2099779"/>
          <a:ext cx="6301601" cy="167924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58419C4-91C0-4E0C-A4F0-EFC2F29929A4}">
      <dsp:nvSpPr>
        <dsp:cNvPr id="0" name=""/>
        <dsp:cNvSpPr/>
      </dsp:nvSpPr>
      <dsp:spPr>
        <a:xfrm>
          <a:off x="507973" y="2477610"/>
          <a:ext cx="923587" cy="9235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1A49474-AC05-488E-9524-4A3FE452885F}">
      <dsp:nvSpPr>
        <dsp:cNvPr id="0" name=""/>
        <dsp:cNvSpPr/>
      </dsp:nvSpPr>
      <dsp:spPr>
        <a:xfrm>
          <a:off x="1939533" y="2099779"/>
          <a:ext cx="4362067" cy="1679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721" tIns="177721" rIns="177721" bIns="177721" numCol="1" spcCol="1270" anchor="ctr" anchorCtr="0">
          <a:noAutofit/>
        </a:bodyPr>
        <a:lstStyle/>
        <a:p>
          <a:pPr marL="0" lvl="0" indent="0" algn="l" defTabSz="1111250">
            <a:lnSpc>
              <a:spcPct val="90000"/>
            </a:lnSpc>
            <a:spcBef>
              <a:spcPct val="0"/>
            </a:spcBef>
            <a:spcAft>
              <a:spcPct val="35000"/>
            </a:spcAft>
            <a:buNone/>
          </a:pPr>
          <a:r>
            <a:rPr lang="en-US" sz="2500" kern="1200"/>
            <a:t>StatsF1 race results are publicly available online</a:t>
          </a:r>
        </a:p>
      </dsp:txBody>
      <dsp:txXfrm>
        <a:off x="1939533" y="2099779"/>
        <a:ext cx="4362067" cy="1679249"/>
      </dsp:txXfrm>
    </dsp:sp>
    <dsp:sp modelId="{D0C0F73F-0FA9-4E53-B5C5-D4AF58DBCAC9}">
      <dsp:nvSpPr>
        <dsp:cNvPr id="0" name=""/>
        <dsp:cNvSpPr/>
      </dsp:nvSpPr>
      <dsp:spPr>
        <a:xfrm>
          <a:off x="0" y="4198841"/>
          <a:ext cx="6301601" cy="167924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9CE7E64-0F7E-4729-98BE-F1B1813469CB}">
      <dsp:nvSpPr>
        <dsp:cNvPr id="0" name=""/>
        <dsp:cNvSpPr/>
      </dsp:nvSpPr>
      <dsp:spPr>
        <a:xfrm>
          <a:off x="507973" y="4576672"/>
          <a:ext cx="923587" cy="9235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F181EE0-B686-4296-A81D-AF440E01A3BA}">
      <dsp:nvSpPr>
        <dsp:cNvPr id="0" name=""/>
        <dsp:cNvSpPr/>
      </dsp:nvSpPr>
      <dsp:spPr>
        <a:xfrm>
          <a:off x="1939533" y="4198841"/>
          <a:ext cx="4362067" cy="1679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721" tIns="177721" rIns="177721" bIns="177721" numCol="1" spcCol="1270" anchor="ctr" anchorCtr="0">
          <a:noAutofit/>
        </a:bodyPr>
        <a:lstStyle/>
        <a:p>
          <a:pPr marL="0" lvl="0" indent="0" algn="l" defTabSz="1111250">
            <a:lnSpc>
              <a:spcPct val="90000"/>
            </a:lnSpc>
            <a:spcBef>
              <a:spcPct val="0"/>
            </a:spcBef>
            <a:spcAft>
              <a:spcPct val="35000"/>
            </a:spcAft>
            <a:buNone/>
          </a:pPr>
          <a:r>
            <a:rPr lang="en-US" sz="2500" kern="1200"/>
            <a:t>No personally identifiable information was collected</a:t>
          </a:r>
        </a:p>
      </dsp:txBody>
      <dsp:txXfrm>
        <a:off x="1939533" y="4198841"/>
        <a:ext cx="4362067" cy="167924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B1D0F9-78A2-4E93-B2CC-9571F5241FCF}">
      <dsp:nvSpPr>
        <dsp:cNvPr id="0" name=""/>
        <dsp:cNvSpPr/>
      </dsp:nvSpPr>
      <dsp:spPr>
        <a:xfrm>
          <a:off x="0" y="669"/>
          <a:ext cx="5878512" cy="156716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32372B9-3DAB-442D-B8BC-87104402AD1B}">
      <dsp:nvSpPr>
        <dsp:cNvPr id="0" name=""/>
        <dsp:cNvSpPr/>
      </dsp:nvSpPr>
      <dsp:spPr>
        <a:xfrm>
          <a:off x="474065" y="353280"/>
          <a:ext cx="861938" cy="86193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5E58AE1-277F-4B20-94CF-74C5CEE11BB3}">
      <dsp:nvSpPr>
        <dsp:cNvPr id="0" name=""/>
        <dsp:cNvSpPr/>
      </dsp:nvSpPr>
      <dsp:spPr>
        <a:xfrm>
          <a:off x="1810069" y="669"/>
          <a:ext cx="2645330" cy="1567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5858" tIns="165858" rIns="165858" bIns="165858" numCol="1" spcCol="1270" anchor="ctr" anchorCtr="0">
          <a:noAutofit/>
        </a:bodyPr>
        <a:lstStyle/>
        <a:p>
          <a:pPr marL="0" lvl="0" indent="0" algn="l" defTabSz="1111250">
            <a:lnSpc>
              <a:spcPct val="100000"/>
            </a:lnSpc>
            <a:spcBef>
              <a:spcPct val="0"/>
            </a:spcBef>
            <a:spcAft>
              <a:spcPct val="35000"/>
            </a:spcAft>
            <a:buNone/>
          </a:pPr>
          <a:r>
            <a:rPr lang="en-US" sz="2500" b="1" kern="1200" dirty="0"/>
            <a:t> Minh Vo</a:t>
          </a:r>
          <a:endParaRPr lang="en-US" sz="2500" kern="1200" dirty="0"/>
        </a:p>
      </dsp:txBody>
      <dsp:txXfrm>
        <a:off x="1810069" y="669"/>
        <a:ext cx="2645330" cy="1567160"/>
      </dsp:txXfrm>
    </dsp:sp>
    <dsp:sp modelId="{12F5BA97-75CC-475D-BD61-C0593D51DAB0}">
      <dsp:nvSpPr>
        <dsp:cNvPr id="0" name=""/>
        <dsp:cNvSpPr/>
      </dsp:nvSpPr>
      <dsp:spPr>
        <a:xfrm>
          <a:off x="4455400" y="669"/>
          <a:ext cx="1423111" cy="1567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5858" tIns="165858" rIns="165858" bIns="165858" numCol="1" spcCol="1270" anchor="ctr" anchorCtr="0">
          <a:noAutofit/>
        </a:bodyPr>
        <a:lstStyle/>
        <a:p>
          <a:pPr marL="0" lvl="0" indent="0" algn="l" defTabSz="488950">
            <a:lnSpc>
              <a:spcPct val="100000"/>
            </a:lnSpc>
            <a:spcBef>
              <a:spcPct val="0"/>
            </a:spcBef>
            <a:spcAft>
              <a:spcPct val="35000"/>
            </a:spcAft>
            <a:buNone/>
          </a:pPr>
          <a:r>
            <a:rPr lang="en-US" sz="1100" kern="1200"/>
            <a:t>Data acquisition and preprocessing </a:t>
          </a:r>
        </a:p>
        <a:p>
          <a:pPr marL="0" lvl="0" indent="0" algn="l" defTabSz="488950">
            <a:lnSpc>
              <a:spcPct val="100000"/>
            </a:lnSpc>
            <a:spcBef>
              <a:spcPct val="0"/>
            </a:spcBef>
            <a:spcAft>
              <a:spcPct val="35000"/>
            </a:spcAft>
            <a:buNone/>
          </a:pPr>
          <a:r>
            <a:rPr lang="en-US" sz="1100" kern="1200"/>
            <a:t>Data integration and cleaning </a:t>
          </a:r>
        </a:p>
      </dsp:txBody>
      <dsp:txXfrm>
        <a:off x="4455400" y="669"/>
        <a:ext cx="1423111" cy="1567160"/>
      </dsp:txXfrm>
    </dsp:sp>
    <dsp:sp modelId="{0FCCB5C3-1245-474A-8792-51BE558E5168}">
      <dsp:nvSpPr>
        <dsp:cNvPr id="0" name=""/>
        <dsp:cNvSpPr/>
      </dsp:nvSpPr>
      <dsp:spPr>
        <a:xfrm>
          <a:off x="0" y="1959619"/>
          <a:ext cx="5878512" cy="156716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60FB0C5-5214-41FC-8CB3-8449D5CB0842}">
      <dsp:nvSpPr>
        <dsp:cNvPr id="0" name=""/>
        <dsp:cNvSpPr/>
      </dsp:nvSpPr>
      <dsp:spPr>
        <a:xfrm>
          <a:off x="474065" y="2312230"/>
          <a:ext cx="861938" cy="86193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7F83E8E-AB1E-41B7-B136-74922CE32EFA}">
      <dsp:nvSpPr>
        <dsp:cNvPr id="0" name=""/>
        <dsp:cNvSpPr/>
      </dsp:nvSpPr>
      <dsp:spPr>
        <a:xfrm>
          <a:off x="1810069" y="1959619"/>
          <a:ext cx="2645330" cy="1567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5858" tIns="165858" rIns="165858" bIns="165858" numCol="1" spcCol="1270" anchor="ctr" anchorCtr="0">
          <a:noAutofit/>
        </a:bodyPr>
        <a:lstStyle/>
        <a:p>
          <a:pPr marL="0" lvl="0" indent="0" algn="l" defTabSz="1111250">
            <a:lnSpc>
              <a:spcPct val="100000"/>
            </a:lnSpc>
            <a:spcBef>
              <a:spcPct val="0"/>
            </a:spcBef>
            <a:spcAft>
              <a:spcPct val="35000"/>
            </a:spcAft>
            <a:buNone/>
          </a:pPr>
          <a:r>
            <a:rPr lang="en-US" sz="2500" b="1" kern="1200" dirty="0"/>
            <a:t> Quang Nguyen</a:t>
          </a:r>
          <a:endParaRPr lang="en-US" sz="2500" kern="1200" dirty="0"/>
        </a:p>
      </dsp:txBody>
      <dsp:txXfrm>
        <a:off x="1810069" y="1959619"/>
        <a:ext cx="2645330" cy="1567160"/>
      </dsp:txXfrm>
    </dsp:sp>
    <dsp:sp modelId="{CC123ABB-BEA2-406D-BF37-C60EBF1FD53A}">
      <dsp:nvSpPr>
        <dsp:cNvPr id="0" name=""/>
        <dsp:cNvSpPr/>
      </dsp:nvSpPr>
      <dsp:spPr>
        <a:xfrm>
          <a:off x="4455400" y="1959619"/>
          <a:ext cx="1423111" cy="1567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5858" tIns="165858" rIns="165858" bIns="165858" numCol="1" spcCol="1270" anchor="ctr" anchorCtr="0">
          <a:noAutofit/>
        </a:bodyPr>
        <a:lstStyle/>
        <a:p>
          <a:pPr marL="0" lvl="0" indent="0" algn="l" defTabSz="488950">
            <a:lnSpc>
              <a:spcPct val="100000"/>
            </a:lnSpc>
            <a:spcBef>
              <a:spcPct val="0"/>
            </a:spcBef>
            <a:spcAft>
              <a:spcPct val="35000"/>
            </a:spcAft>
            <a:buNone/>
          </a:pPr>
          <a:r>
            <a:rPr lang="en-US" sz="1100" kern="1200"/>
            <a:t>Statistical analysis and modeling </a:t>
          </a:r>
        </a:p>
        <a:p>
          <a:pPr marL="0" lvl="0" indent="0" algn="l" defTabSz="488950">
            <a:lnSpc>
              <a:spcPct val="100000"/>
            </a:lnSpc>
            <a:spcBef>
              <a:spcPct val="0"/>
            </a:spcBef>
            <a:spcAft>
              <a:spcPct val="35000"/>
            </a:spcAft>
            <a:buNone/>
          </a:pPr>
          <a:r>
            <a:rPr lang="en-US" sz="1100" kern="1200"/>
            <a:t>Results interpretation and visualization</a:t>
          </a:r>
        </a:p>
      </dsp:txBody>
      <dsp:txXfrm>
        <a:off x="4455400" y="1959619"/>
        <a:ext cx="1423111" cy="1567160"/>
      </dsp:txXfrm>
    </dsp:sp>
    <dsp:sp modelId="{51E0E2C7-AA73-4CA3-9398-9A1B3F7DA32B}">
      <dsp:nvSpPr>
        <dsp:cNvPr id="0" name=""/>
        <dsp:cNvSpPr/>
      </dsp:nvSpPr>
      <dsp:spPr>
        <a:xfrm>
          <a:off x="0" y="3918570"/>
          <a:ext cx="5878512" cy="156716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CB072D2-BCF2-4166-83FF-E3C28752418A}">
      <dsp:nvSpPr>
        <dsp:cNvPr id="0" name=""/>
        <dsp:cNvSpPr/>
      </dsp:nvSpPr>
      <dsp:spPr>
        <a:xfrm>
          <a:off x="474065" y="4271181"/>
          <a:ext cx="861938" cy="86193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A3D0137-435B-4AD2-B3E4-655A08F84B73}">
      <dsp:nvSpPr>
        <dsp:cNvPr id="0" name=""/>
        <dsp:cNvSpPr/>
      </dsp:nvSpPr>
      <dsp:spPr>
        <a:xfrm>
          <a:off x="1810069" y="3918570"/>
          <a:ext cx="2645330" cy="1567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5858" tIns="165858" rIns="165858" bIns="165858" numCol="1" spcCol="1270" anchor="ctr" anchorCtr="0">
          <a:noAutofit/>
        </a:bodyPr>
        <a:lstStyle/>
        <a:p>
          <a:pPr marL="0" lvl="0" indent="0" algn="l" defTabSz="1111250">
            <a:lnSpc>
              <a:spcPct val="100000"/>
            </a:lnSpc>
            <a:spcBef>
              <a:spcPct val="0"/>
            </a:spcBef>
            <a:spcAft>
              <a:spcPct val="35000"/>
            </a:spcAft>
            <a:buNone/>
          </a:pPr>
          <a:r>
            <a:rPr lang="en-US" sz="2500" b="1" kern="1200" dirty="0"/>
            <a:t> Jewel Cooper</a:t>
          </a:r>
          <a:endParaRPr lang="en-US" sz="2500" kern="1200" dirty="0"/>
        </a:p>
      </dsp:txBody>
      <dsp:txXfrm>
        <a:off x="1810069" y="3918570"/>
        <a:ext cx="2645330" cy="1567160"/>
      </dsp:txXfrm>
    </dsp:sp>
    <dsp:sp modelId="{3A5BC487-E01D-479D-9054-5ACF39FA7595}">
      <dsp:nvSpPr>
        <dsp:cNvPr id="0" name=""/>
        <dsp:cNvSpPr/>
      </dsp:nvSpPr>
      <dsp:spPr>
        <a:xfrm>
          <a:off x="4455400" y="3918570"/>
          <a:ext cx="1423111" cy="1567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5858" tIns="165858" rIns="165858" bIns="165858" numCol="1" spcCol="1270" anchor="ctr" anchorCtr="0">
          <a:noAutofit/>
        </a:bodyPr>
        <a:lstStyle/>
        <a:p>
          <a:pPr marL="0" lvl="0" indent="0" algn="l" defTabSz="488950">
            <a:lnSpc>
              <a:spcPct val="100000"/>
            </a:lnSpc>
            <a:spcBef>
              <a:spcPct val="0"/>
            </a:spcBef>
            <a:spcAft>
              <a:spcPct val="35000"/>
            </a:spcAft>
            <a:buNone/>
          </a:pPr>
          <a:r>
            <a:rPr lang="en-US" sz="1100" kern="1200"/>
            <a:t>Exploratory data analysis </a:t>
          </a:r>
        </a:p>
        <a:p>
          <a:pPr marL="0" lvl="0" indent="0" algn="l" defTabSz="488950">
            <a:lnSpc>
              <a:spcPct val="100000"/>
            </a:lnSpc>
            <a:spcBef>
              <a:spcPct val="0"/>
            </a:spcBef>
            <a:spcAft>
              <a:spcPct val="35000"/>
            </a:spcAft>
            <a:buNone/>
          </a:pPr>
          <a:r>
            <a:rPr lang="en-US" sz="1100" kern="1200"/>
            <a:t>Presentation development and project documentation </a:t>
          </a:r>
        </a:p>
      </dsp:txBody>
      <dsp:txXfrm>
        <a:off x="4455400" y="3918570"/>
        <a:ext cx="1423111" cy="156716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8591B1-6562-4512-8153-C86D5628630F}" type="datetimeFigureOut">
              <a:rPr lang="en-US" smtClean="0"/>
              <a:t>06/03/2026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66B314-B56D-4E0E-B9F1-BBAB527138BB}" type="slidenum">
              <a:rPr lang="en-US" smtClean="0"/>
              <a:t>‹#›</a:t>
            </a:fld>
            <a:endParaRPr lang="en-US"/>
          </a:p>
        </p:txBody>
      </p:sp>
    </p:spTree>
    <p:extLst>
      <p:ext uri="{BB962C8B-B14F-4D97-AF65-F5344CB8AC3E}">
        <p14:creationId xmlns:p14="http://schemas.microsoft.com/office/powerpoint/2010/main" val="42236263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integrating these datasets, we created a foundation for analyzing how strategy and performance metrics influence race outcomes and future predictive modeling efforts.</a:t>
            </a:r>
          </a:p>
        </p:txBody>
      </p:sp>
      <p:sp>
        <p:nvSpPr>
          <p:cNvPr id="4" name="Slide Number Placeholder 3"/>
          <p:cNvSpPr>
            <a:spLocks noGrp="1"/>
          </p:cNvSpPr>
          <p:nvPr>
            <p:ph type="sldNum" sz="quarter" idx="5"/>
          </p:nvPr>
        </p:nvSpPr>
        <p:spPr/>
        <p:txBody>
          <a:bodyPr/>
          <a:lstStyle/>
          <a:p>
            <a:fld id="{8466B314-B56D-4E0E-B9F1-BBAB527138BB}" type="slidenum">
              <a:rPr lang="en-US" smtClean="0"/>
              <a:t>3</a:t>
            </a:fld>
            <a:endParaRPr lang="en-US"/>
          </a:p>
        </p:txBody>
      </p:sp>
    </p:spTree>
    <p:extLst>
      <p:ext uri="{BB962C8B-B14F-4D97-AF65-F5344CB8AC3E}">
        <p14:creationId xmlns:p14="http://schemas.microsoft.com/office/powerpoint/2010/main" val="15607349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was obtained from two primary sources.</a:t>
            </a:r>
          </a:p>
          <a:p>
            <a:r>
              <a:rPr lang="en-US" dirty="0"/>
              <a:t>The first is the </a:t>
            </a:r>
            <a:r>
              <a:rPr lang="en-US" b="1" dirty="0"/>
              <a:t>OpenF1 API.</a:t>
            </a:r>
            <a:r>
              <a:rPr lang="en-US" dirty="0"/>
              <a:t> It is an open-source API that provides telemetry and race performance data from the 2023 Formula 1 season. We pulled from multiple endpoints including drivers, laps, stints, pit stops, car telemetry, and final session results.</a:t>
            </a:r>
          </a:p>
          <a:p>
            <a:r>
              <a:rPr lang="en-US" dirty="0"/>
              <a:t>The second source is </a:t>
            </a:r>
            <a:r>
              <a:rPr lang="en-US" b="1" dirty="0"/>
              <a:t>StatsF1</a:t>
            </a:r>
            <a:r>
              <a:rPr lang="en-US" dirty="0"/>
              <a:t>, a site that publishes structured race result tables for every Grand Prix. We used this to supplement our API data with historical race context like laps completed and gap to the winner.</a:t>
            </a:r>
          </a:p>
          <a:p>
            <a:r>
              <a:rPr lang="en-US" dirty="0"/>
              <a:t>Our key variables across both sources are: driver finishing position — our target — as well as lap times, tire compounds and strategy, and driver and team performance metrics.</a:t>
            </a:r>
          </a:p>
          <a:p>
            <a:endParaRPr lang="en-US" dirty="0"/>
          </a:p>
        </p:txBody>
      </p:sp>
      <p:sp>
        <p:nvSpPr>
          <p:cNvPr id="4" name="Slide Number Placeholder 3"/>
          <p:cNvSpPr>
            <a:spLocks noGrp="1"/>
          </p:cNvSpPr>
          <p:nvPr>
            <p:ph type="sldNum" sz="quarter" idx="5"/>
          </p:nvPr>
        </p:nvSpPr>
        <p:spPr/>
        <p:txBody>
          <a:bodyPr/>
          <a:lstStyle/>
          <a:p>
            <a:fld id="{8466B314-B56D-4E0E-B9F1-BBAB527138BB}" type="slidenum">
              <a:rPr lang="en-US" smtClean="0"/>
              <a:t>5</a:t>
            </a:fld>
            <a:endParaRPr lang="en-US"/>
          </a:p>
        </p:txBody>
      </p:sp>
    </p:spTree>
    <p:extLst>
      <p:ext uri="{BB962C8B-B14F-4D97-AF65-F5344CB8AC3E}">
        <p14:creationId xmlns:p14="http://schemas.microsoft.com/office/powerpoint/2010/main" val="25774527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2E67E-4F35-EBCF-FBAC-16A37BC1828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40DDE2F-0704-0857-A447-68F2320E3A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BF0D2A5-5B8F-89DE-AD26-45652F6E065F}"/>
              </a:ext>
            </a:extLst>
          </p:cNvPr>
          <p:cNvSpPr>
            <a:spLocks noGrp="1"/>
          </p:cNvSpPr>
          <p:nvPr>
            <p:ph type="dt" sz="half" idx="10"/>
          </p:nvPr>
        </p:nvSpPr>
        <p:spPr/>
        <p:txBody>
          <a:bodyPr/>
          <a:lstStyle/>
          <a:p>
            <a:fld id="{3C5E3940-567D-0E4A-B27A-538E5CA3F251}" type="datetimeFigureOut">
              <a:rPr lang="en-US" smtClean="0"/>
              <a:t>06/03/2026</a:t>
            </a:fld>
            <a:endParaRPr lang="en-US"/>
          </a:p>
        </p:txBody>
      </p:sp>
      <p:sp>
        <p:nvSpPr>
          <p:cNvPr id="5" name="Footer Placeholder 4">
            <a:extLst>
              <a:ext uri="{FF2B5EF4-FFF2-40B4-BE49-F238E27FC236}">
                <a16:creationId xmlns:a16="http://schemas.microsoft.com/office/drawing/2014/main" id="{48537695-BB23-0BFB-B814-401D8B5B06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ADE8FA-9B24-5465-4F10-9B9B8A31995D}"/>
              </a:ext>
            </a:extLst>
          </p:cNvPr>
          <p:cNvSpPr>
            <a:spLocks noGrp="1"/>
          </p:cNvSpPr>
          <p:nvPr>
            <p:ph type="sldNum" sz="quarter" idx="12"/>
          </p:nvPr>
        </p:nvSpPr>
        <p:spPr/>
        <p:txBody>
          <a:bodyPr/>
          <a:lstStyle/>
          <a:p>
            <a:fld id="{77C04E71-C3B3-D34A-A2EC-B9453AF94C68}" type="slidenum">
              <a:rPr lang="en-US" smtClean="0"/>
              <a:t>‹#›</a:t>
            </a:fld>
            <a:endParaRPr lang="en-US"/>
          </a:p>
        </p:txBody>
      </p:sp>
    </p:spTree>
    <p:extLst>
      <p:ext uri="{BB962C8B-B14F-4D97-AF65-F5344CB8AC3E}">
        <p14:creationId xmlns:p14="http://schemas.microsoft.com/office/powerpoint/2010/main" val="8648260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BB59A-81B5-A464-C81A-CCE7501C895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0830618-D4A3-061E-5F73-E7854F9BC63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6477DD-C298-089C-3D01-F562224A05AD}"/>
              </a:ext>
            </a:extLst>
          </p:cNvPr>
          <p:cNvSpPr>
            <a:spLocks noGrp="1"/>
          </p:cNvSpPr>
          <p:nvPr>
            <p:ph type="dt" sz="half" idx="10"/>
          </p:nvPr>
        </p:nvSpPr>
        <p:spPr/>
        <p:txBody>
          <a:bodyPr/>
          <a:lstStyle/>
          <a:p>
            <a:fld id="{3C5E3940-567D-0E4A-B27A-538E5CA3F251}" type="datetimeFigureOut">
              <a:rPr lang="en-US" smtClean="0"/>
              <a:t>06/03/2026</a:t>
            </a:fld>
            <a:endParaRPr lang="en-US"/>
          </a:p>
        </p:txBody>
      </p:sp>
      <p:sp>
        <p:nvSpPr>
          <p:cNvPr id="5" name="Footer Placeholder 4">
            <a:extLst>
              <a:ext uri="{FF2B5EF4-FFF2-40B4-BE49-F238E27FC236}">
                <a16:creationId xmlns:a16="http://schemas.microsoft.com/office/drawing/2014/main" id="{7B030C8C-D069-56D1-9E25-87D4310057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710BDC-8719-A7E6-A56F-1FAA906BE5C7}"/>
              </a:ext>
            </a:extLst>
          </p:cNvPr>
          <p:cNvSpPr>
            <a:spLocks noGrp="1"/>
          </p:cNvSpPr>
          <p:nvPr>
            <p:ph type="sldNum" sz="quarter" idx="12"/>
          </p:nvPr>
        </p:nvSpPr>
        <p:spPr/>
        <p:txBody>
          <a:bodyPr/>
          <a:lstStyle/>
          <a:p>
            <a:fld id="{77C04E71-C3B3-D34A-A2EC-B9453AF94C68}" type="slidenum">
              <a:rPr lang="en-US" smtClean="0"/>
              <a:t>‹#›</a:t>
            </a:fld>
            <a:endParaRPr lang="en-US"/>
          </a:p>
        </p:txBody>
      </p:sp>
    </p:spTree>
    <p:extLst>
      <p:ext uri="{BB962C8B-B14F-4D97-AF65-F5344CB8AC3E}">
        <p14:creationId xmlns:p14="http://schemas.microsoft.com/office/powerpoint/2010/main" val="14721299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D285C-3C86-B567-A434-68766BD3A6E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A0B9C81-1212-DF62-0D17-09ABD19C4A6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81C2B4C-2130-2436-D38C-795FF21FC369}"/>
              </a:ext>
            </a:extLst>
          </p:cNvPr>
          <p:cNvSpPr>
            <a:spLocks noGrp="1"/>
          </p:cNvSpPr>
          <p:nvPr>
            <p:ph type="dt" sz="half" idx="10"/>
          </p:nvPr>
        </p:nvSpPr>
        <p:spPr/>
        <p:txBody>
          <a:bodyPr/>
          <a:lstStyle/>
          <a:p>
            <a:fld id="{3C5E3940-567D-0E4A-B27A-538E5CA3F251}" type="datetimeFigureOut">
              <a:rPr lang="en-US" smtClean="0"/>
              <a:t>06/03/2026</a:t>
            </a:fld>
            <a:endParaRPr lang="en-US"/>
          </a:p>
        </p:txBody>
      </p:sp>
      <p:sp>
        <p:nvSpPr>
          <p:cNvPr id="5" name="Footer Placeholder 4">
            <a:extLst>
              <a:ext uri="{FF2B5EF4-FFF2-40B4-BE49-F238E27FC236}">
                <a16:creationId xmlns:a16="http://schemas.microsoft.com/office/drawing/2014/main" id="{752AE84D-9445-54D7-0D6A-A1E78A834D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0323B7-A061-DC85-4FE3-7221CB3A86BA}"/>
              </a:ext>
            </a:extLst>
          </p:cNvPr>
          <p:cNvSpPr>
            <a:spLocks noGrp="1"/>
          </p:cNvSpPr>
          <p:nvPr>
            <p:ph type="sldNum" sz="quarter" idx="12"/>
          </p:nvPr>
        </p:nvSpPr>
        <p:spPr/>
        <p:txBody>
          <a:bodyPr/>
          <a:lstStyle/>
          <a:p>
            <a:fld id="{77C04E71-C3B3-D34A-A2EC-B9453AF94C68}" type="slidenum">
              <a:rPr lang="en-US" smtClean="0"/>
              <a:t>‹#›</a:t>
            </a:fld>
            <a:endParaRPr lang="en-US"/>
          </a:p>
        </p:txBody>
      </p:sp>
    </p:spTree>
    <p:extLst>
      <p:ext uri="{BB962C8B-B14F-4D97-AF65-F5344CB8AC3E}">
        <p14:creationId xmlns:p14="http://schemas.microsoft.com/office/powerpoint/2010/main" val="12397885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AB869-BE7C-0126-6217-9ABE3020D5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201B35-9E04-6AAC-5137-168B4BE2026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FEFAC0E-BCD4-ECD2-72F9-DBB32ABB5A0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3B76C2E-A725-3C3A-8725-F4DDE85E0D52}"/>
              </a:ext>
            </a:extLst>
          </p:cNvPr>
          <p:cNvSpPr>
            <a:spLocks noGrp="1"/>
          </p:cNvSpPr>
          <p:nvPr>
            <p:ph type="dt" sz="half" idx="10"/>
          </p:nvPr>
        </p:nvSpPr>
        <p:spPr/>
        <p:txBody>
          <a:bodyPr/>
          <a:lstStyle/>
          <a:p>
            <a:fld id="{3C5E3940-567D-0E4A-B27A-538E5CA3F251}" type="datetimeFigureOut">
              <a:rPr lang="en-US" smtClean="0"/>
              <a:t>06/03/2026</a:t>
            </a:fld>
            <a:endParaRPr lang="en-US"/>
          </a:p>
        </p:txBody>
      </p:sp>
      <p:sp>
        <p:nvSpPr>
          <p:cNvPr id="6" name="Footer Placeholder 5">
            <a:extLst>
              <a:ext uri="{FF2B5EF4-FFF2-40B4-BE49-F238E27FC236}">
                <a16:creationId xmlns:a16="http://schemas.microsoft.com/office/drawing/2014/main" id="{F53C3411-9254-CA31-4D9D-B043EE13B4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07855F-AC13-7CD3-4CA4-504680393D79}"/>
              </a:ext>
            </a:extLst>
          </p:cNvPr>
          <p:cNvSpPr>
            <a:spLocks noGrp="1"/>
          </p:cNvSpPr>
          <p:nvPr>
            <p:ph type="sldNum" sz="quarter" idx="12"/>
          </p:nvPr>
        </p:nvSpPr>
        <p:spPr/>
        <p:txBody>
          <a:bodyPr/>
          <a:lstStyle/>
          <a:p>
            <a:fld id="{77C04E71-C3B3-D34A-A2EC-B9453AF94C68}" type="slidenum">
              <a:rPr lang="en-US" smtClean="0"/>
              <a:t>‹#›</a:t>
            </a:fld>
            <a:endParaRPr lang="en-US"/>
          </a:p>
        </p:txBody>
      </p:sp>
    </p:spTree>
    <p:extLst>
      <p:ext uri="{BB962C8B-B14F-4D97-AF65-F5344CB8AC3E}">
        <p14:creationId xmlns:p14="http://schemas.microsoft.com/office/powerpoint/2010/main" val="28427081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410B8-214B-FD86-1FBF-7AE20722EEB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EB58CD6-9F5C-7091-0951-24E964F83D1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0E4EB0-7D9F-2123-124C-37C376512B4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A0FB170-D256-0DB0-46AC-7806F405D87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FDCD0CA-719F-2CEE-039A-96228B29C9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9BEA4F3-8928-34C1-76B5-8A98A5EE20C8}"/>
              </a:ext>
            </a:extLst>
          </p:cNvPr>
          <p:cNvSpPr>
            <a:spLocks noGrp="1"/>
          </p:cNvSpPr>
          <p:nvPr>
            <p:ph type="dt" sz="half" idx="10"/>
          </p:nvPr>
        </p:nvSpPr>
        <p:spPr/>
        <p:txBody>
          <a:bodyPr/>
          <a:lstStyle/>
          <a:p>
            <a:fld id="{3C5E3940-567D-0E4A-B27A-538E5CA3F251}" type="datetimeFigureOut">
              <a:rPr lang="en-US" smtClean="0"/>
              <a:t>06/03/2026</a:t>
            </a:fld>
            <a:endParaRPr lang="en-US"/>
          </a:p>
        </p:txBody>
      </p:sp>
      <p:sp>
        <p:nvSpPr>
          <p:cNvPr id="8" name="Footer Placeholder 7">
            <a:extLst>
              <a:ext uri="{FF2B5EF4-FFF2-40B4-BE49-F238E27FC236}">
                <a16:creationId xmlns:a16="http://schemas.microsoft.com/office/drawing/2014/main" id="{D4E0E2AE-4F53-BA6E-B1F0-FAEDD23B001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58CAEBD-714E-B57F-F131-7D007E96003C}"/>
              </a:ext>
            </a:extLst>
          </p:cNvPr>
          <p:cNvSpPr>
            <a:spLocks noGrp="1"/>
          </p:cNvSpPr>
          <p:nvPr>
            <p:ph type="sldNum" sz="quarter" idx="12"/>
          </p:nvPr>
        </p:nvSpPr>
        <p:spPr/>
        <p:txBody>
          <a:bodyPr/>
          <a:lstStyle/>
          <a:p>
            <a:fld id="{77C04E71-C3B3-D34A-A2EC-B9453AF94C68}" type="slidenum">
              <a:rPr lang="en-US" smtClean="0"/>
              <a:t>‹#›</a:t>
            </a:fld>
            <a:endParaRPr lang="en-US"/>
          </a:p>
        </p:txBody>
      </p:sp>
    </p:spTree>
    <p:extLst>
      <p:ext uri="{BB962C8B-B14F-4D97-AF65-F5344CB8AC3E}">
        <p14:creationId xmlns:p14="http://schemas.microsoft.com/office/powerpoint/2010/main" val="27477936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39B25-0722-C079-C4AC-48AB24401C8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DBDAA84-3DFA-F0D9-EE8C-C25F45C5F734}"/>
              </a:ext>
            </a:extLst>
          </p:cNvPr>
          <p:cNvSpPr>
            <a:spLocks noGrp="1"/>
          </p:cNvSpPr>
          <p:nvPr>
            <p:ph type="dt" sz="half" idx="10"/>
          </p:nvPr>
        </p:nvSpPr>
        <p:spPr/>
        <p:txBody>
          <a:bodyPr/>
          <a:lstStyle/>
          <a:p>
            <a:fld id="{3C5E3940-567D-0E4A-B27A-538E5CA3F251}" type="datetimeFigureOut">
              <a:rPr lang="en-US" smtClean="0"/>
              <a:t>06/03/2026</a:t>
            </a:fld>
            <a:endParaRPr lang="en-US"/>
          </a:p>
        </p:txBody>
      </p:sp>
      <p:sp>
        <p:nvSpPr>
          <p:cNvPr id="4" name="Footer Placeholder 3">
            <a:extLst>
              <a:ext uri="{FF2B5EF4-FFF2-40B4-BE49-F238E27FC236}">
                <a16:creationId xmlns:a16="http://schemas.microsoft.com/office/drawing/2014/main" id="{9C84A4BB-8D15-7427-E573-B983D9D64AC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D7DA410-2409-16A2-042B-62206A2D1CDE}"/>
              </a:ext>
            </a:extLst>
          </p:cNvPr>
          <p:cNvSpPr>
            <a:spLocks noGrp="1"/>
          </p:cNvSpPr>
          <p:nvPr>
            <p:ph type="sldNum" sz="quarter" idx="12"/>
          </p:nvPr>
        </p:nvSpPr>
        <p:spPr/>
        <p:txBody>
          <a:bodyPr/>
          <a:lstStyle/>
          <a:p>
            <a:fld id="{77C04E71-C3B3-D34A-A2EC-B9453AF94C68}" type="slidenum">
              <a:rPr lang="en-US" smtClean="0"/>
              <a:t>‹#›</a:t>
            </a:fld>
            <a:endParaRPr lang="en-US"/>
          </a:p>
        </p:txBody>
      </p:sp>
    </p:spTree>
    <p:extLst>
      <p:ext uri="{BB962C8B-B14F-4D97-AF65-F5344CB8AC3E}">
        <p14:creationId xmlns:p14="http://schemas.microsoft.com/office/powerpoint/2010/main" val="4098016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612DBEC-D758-6948-6A62-20703D2BFB2B}"/>
              </a:ext>
            </a:extLst>
          </p:cNvPr>
          <p:cNvSpPr>
            <a:spLocks noGrp="1"/>
          </p:cNvSpPr>
          <p:nvPr>
            <p:ph type="dt" sz="half" idx="10"/>
          </p:nvPr>
        </p:nvSpPr>
        <p:spPr/>
        <p:txBody>
          <a:bodyPr/>
          <a:lstStyle/>
          <a:p>
            <a:fld id="{3C5E3940-567D-0E4A-B27A-538E5CA3F251}" type="datetimeFigureOut">
              <a:rPr lang="en-US" smtClean="0"/>
              <a:t>06/03/2026</a:t>
            </a:fld>
            <a:endParaRPr lang="en-US"/>
          </a:p>
        </p:txBody>
      </p:sp>
      <p:sp>
        <p:nvSpPr>
          <p:cNvPr id="3" name="Footer Placeholder 2">
            <a:extLst>
              <a:ext uri="{FF2B5EF4-FFF2-40B4-BE49-F238E27FC236}">
                <a16:creationId xmlns:a16="http://schemas.microsoft.com/office/drawing/2014/main" id="{4BE68DA2-8863-74AA-A04C-1AF1543390D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1B8EC4F-24B0-DC4D-4C2B-112900CA1260}"/>
              </a:ext>
            </a:extLst>
          </p:cNvPr>
          <p:cNvSpPr>
            <a:spLocks noGrp="1"/>
          </p:cNvSpPr>
          <p:nvPr>
            <p:ph type="sldNum" sz="quarter" idx="12"/>
          </p:nvPr>
        </p:nvSpPr>
        <p:spPr/>
        <p:txBody>
          <a:bodyPr/>
          <a:lstStyle/>
          <a:p>
            <a:fld id="{77C04E71-C3B3-D34A-A2EC-B9453AF94C68}" type="slidenum">
              <a:rPr lang="en-US" smtClean="0"/>
              <a:t>‹#›</a:t>
            </a:fld>
            <a:endParaRPr lang="en-US"/>
          </a:p>
        </p:txBody>
      </p:sp>
    </p:spTree>
    <p:extLst>
      <p:ext uri="{BB962C8B-B14F-4D97-AF65-F5344CB8AC3E}">
        <p14:creationId xmlns:p14="http://schemas.microsoft.com/office/powerpoint/2010/main" val="651288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B7B3B-56D7-DE76-6716-A1977E4637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FD22E8F-9FD3-1E2B-A4CD-CE29AE2116D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0B86B5A-0194-7612-7B96-82CA51A24C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392E770-13B2-FF2C-C84E-752FAE9DAFF1}"/>
              </a:ext>
            </a:extLst>
          </p:cNvPr>
          <p:cNvSpPr>
            <a:spLocks noGrp="1"/>
          </p:cNvSpPr>
          <p:nvPr>
            <p:ph type="dt" sz="half" idx="10"/>
          </p:nvPr>
        </p:nvSpPr>
        <p:spPr/>
        <p:txBody>
          <a:bodyPr/>
          <a:lstStyle/>
          <a:p>
            <a:fld id="{3C5E3940-567D-0E4A-B27A-538E5CA3F251}" type="datetimeFigureOut">
              <a:rPr lang="en-US" smtClean="0"/>
              <a:t>06/03/2026</a:t>
            </a:fld>
            <a:endParaRPr lang="en-US"/>
          </a:p>
        </p:txBody>
      </p:sp>
      <p:sp>
        <p:nvSpPr>
          <p:cNvPr id="6" name="Footer Placeholder 5">
            <a:extLst>
              <a:ext uri="{FF2B5EF4-FFF2-40B4-BE49-F238E27FC236}">
                <a16:creationId xmlns:a16="http://schemas.microsoft.com/office/drawing/2014/main" id="{F94C39DF-EB13-1083-CC93-8057079FE1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35D5FA-49AB-A7C1-A365-C7D8D71D53B1}"/>
              </a:ext>
            </a:extLst>
          </p:cNvPr>
          <p:cNvSpPr>
            <a:spLocks noGrp="1"/>
          </p:cNvSpPr>
          <p:nvPr>
            <p:ph type="sldNum" sz="quarter" idx="12"/>
          </p:nvPr>
        </p:nvSpPr>
        <p:spPr/>
        <p:txBody>
          <a:bodyPr/>
          <a:lstStyle/>
          <a:p>
            <a:fld id="{77C04E71-C3B3-D34A-A2EC-B9453AF94C68}" type="slidenum">
              <a:rPr lang="en-US" smtClean="0"/>
              <a:t>‹#›</a:t>
            </a:fld>
            <a:endParaRPr lang="en-US"/>
          </a:p>
        </p:txBody>
      </p:sp>
    </p:spTree>
    <p:extLst>
      <p:ext uri="{BB962C8B-B14F-4D97-AF65-F5344CB8AC3E}">
        <p14:creationId xmlns:p14="http://schemas.microsoft.com/office/powerpoint/2010/main" val="3200989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E739B-EA27-4ACD-509E-F4A7091F72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3A127E3-F908-717E-8F5E-7B08F0E873C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A5FC3B8-DA53-F5B9-5961-4BF23A3472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A54154-353D-B95F-66AA-E6D775BCB3C5}"/>
              </a:ext>
            </a:extLst>
          </p:cNvPr>
          <p:cNvSpPr>
            <a:spLocks noGrp="1"/>
          </p:cNvSpPr>
          <p:nvPr>
            <p:ph type="dt" sz="half" idx="10"/>
          </p:nvPr>
        </p:nvSpPr>
        <p:spPr/>
        <p:txBody>
          <a:bodyPr/>
          <a:lstStyle/>
          <a:p>
            <a:fld id="{3C5E3940-567D-0E4A-B27A-538E5CA3F251}" type="datetimeFigureOut">
              <a:rPr lang="en-US" smtClean="0"/>
              <a:t>06/03/2026</a:t>
            </a:fld>
            <a:endParaRPr lang="en-US"/>
          </a:p>
        </p:txBody>
      </p:sp>
      <p:sp>
        <p:nvSpPr>
          <p:cNvPr id="6" name="Footer Placeholder 5">
            <a:extLst>
              <a:ext uri="{FF2B5EF4-FFF2-40B4-BE49-F238E27FC236}">
                <a16:creationId xmlns:a16="http://schemas.microsoft.com/office/drawing/2014/main" id="{62D18884-516F-A99B-7967-AB5FA6F2C2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DCF331-1E5E-5A32-1A43-50BFCB73254A}"/>
              </a:ext>
            </a:extLst>
          </p:cNvPr>
          <p:cNvSpPr>
            <a:spLocks noGrp="1"/>
          </p:cNvSpPr>
          <p:nvPr>
            <p:ph type="sldNum" sz="quarter" idx="12"/>
          </p:nvPr>
        </p:nvSpPr>
        <p:spPr/>
        <p:txBody>
          <a:bodyPr/>
          <a:lstStyle/>
          <a:p>
            <a:fld id="{77C04E71-C3B3-D34A-A2EC-B9453AF94C68}" type="slidenum">
              <a:rPr lang="en-US" smtClean="0"/>
              <a:t>‹#›</a:t>
            </a:fld>
            <a:endParaRPr lang="en-US"/>
          </a:p>
        </p:txBody>
      </p:sp>
    </p:spTree>
    <p:extLst>
      <p:ext uri="{BB962C8B-B14F-4D97-AF65-F5344CB8AC3E}">
        <p14:creationId xmlns:p14="http://schemas.microsoft.com/office/powerpoint/2010/main" val="402646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EE842-E9BA-7555-57EA-4787269F158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441316D-3B80-D3CC-5F43-BE150D2C72E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A71743-0FBD-70C6-09D7-9C3A0CAAA270}"/>
              </a:ext>
            </a:extLst>
          </p:cNvPr>
          <p:cNvSpPr>
            <a:spLocks noGrp="1"/>
          </p:cNvSpPr>
          <p:nvPr>
            <p:ph type="dt" sz="half" idx="10"/>
          </p:nvPr>
        </p:nvSpPr>
        <p:spPr/>
        <p:txBody>
          <a:bodyPr/>
          <a:lstStyle/>
          <a:p>
            <a:fld id="{3C5E3940-567D-0E4A-B27A-538E5CA3F251}" type="datetimeFigureOut">
              <a:rPr lang="en-US" smtClean="0"/>
              <a:t>06/03/2026</a:t>
            </a:fld>
            <a:endParaRPr lang="en-US"/>
          </a:p>
        </p:txBody>
      </p:sp>
      <p:sp>
        <p:nvSpPr>
          <p:cNvPr id="5" name="Footer Placeholder 4">
            <a:extLst>
              <a:ext uri="{FF2B5EF4-FFF2-40B4-BE49-F238E27FC236}">
                <a16:creationId xmlns:a16="http://schemas.microsoft.com/office/drawing/2014/main" id="{0D4E5691-338F-82C4-AF17-5FF95DFF5F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DECEF5-7F0E-2307-7804-47D28F8697CA}"/>
              </a:ext>
            </a:extLst>
          </p:cNvPr>
          <p:cNvSpPr>
            <a:spLocks noGrp="1"/>
          </p:cNvSpPr>
          <p:nvPr>
            <p:ph type="sldNum" sz="quarter" idx="12"/>
          </p:nvPr>
        </p:nvSpPr>
        <p:spPr/>
        <p:txBody>
          <a:bodyPr/>
          <a:lstStyle/>
          <a:p>
            <a:fld id="{77C04E71-C3B3-D34A-A2EC-B9453AF94C68}" type="slidenum">
              <a:rPr lang="en-US" smtClean="0"/>
              <a:t>‹#›</a:t>
            </a:fld>
            <a:endParaRPr lang="en-US"/>
          </a:p>
        </p:txBody>
      </p:sp>
    </p:spTree>
    <p:extLst>
      <p:ext uri="{BB962C8B-B14F-4D97-AF65-F5344CB8AC3E}">
        <p14:creationId xmlns:p14="http://schemas.microsoft.com/office/powerpoint/2010/main" val="920685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3BF0CFE-F580-85F1-3788-2D7CE3BE6F7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D0E9BFE-BEBA-0F21-BA76-67847CACF21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9FDD90-D0D6-AAD5-AE2D-F7A16A68F829}"/>
              </a:ext>
            </a:extLst>
          </p:cNvPr>
          <p:cNvSpPr>
            <a:spLocks noGrp="1"/>
          </p:cNvSpPr>
          <p:nvPr>
            <p:ph type="dt" sz="half" idx="10"/>
          </p:nvPr>
        </p:nvSpPr>
        <p:spPr/>
        <p:txBody>
          <a:bodyPr/>
          <a:lstStyle/>
          <a:p>
            <a:fld id="{3C5E3940-567D-0E4A-B27A-538E5CA3F251}" type="datetimeFigureOut">
              <a:rPr lang="en-US" smtClean="0"/>
              <a:t>06/03/2026</a:t>
            </a:fld>
            <a:endParaRPr lang="en-US"/>
          </a:p>
        </p:txBody>
      </p:sp>
      <p:sp>
        <p:nvSpPr>
          <p:cNvPr id="5" name="Footer Placeholder 4">
            <a:extLst>
              <a:ext uri="{FF2B5EF4-FFF2-40B4-BE49-F238E27FC236}">
                <a16:creationId xmlns:a16="http://schemas.microsoft.com/office/drawing/2014/main" id="{F3C0633C-66B9-B870-14F8-B39D478CD7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AAC40D-D4CE-9738-7E2A-B2BA5CAA03D6}"/>
              </a:ext>
            </a:extLst>
          </p:cNvPr>
          <p:cNvSpPr>
            <a:spLocks noGrp="1"/>
          </p:cNvSpPr>
          <p:nvPr>
            <p:ph type="sldNum" sz="quarter" idx="12"/>
          </p:nvPr>
        </p:nvSpPr>
        <p:spPr/>
        <p:txBody>
          <a:bodyPr/>
          <a:lstStyle/>
          <a:p>
            <a:fld id="{77C04E71-C3B3-D34A-A2EC-B9453AF94C68}" type="slidenum">
              <a:rPr lang="en-US" smtClean="0"/>
              <a:t>‹#›</a:t>
            </a:fld>
            <a:endParaRPr lang="en-US"/>
          </a:p>
        </p:txBody>
      </p:sp>
    </p:spTree>
    <p:extLst>
      <p:ext uri="{BB962C8B-B14F-4D97-AF65-F5344CB8AC3E}">
        <p14:creationId xmlns:p14="http://schemas.microsoft.com/office/powerpoint/2010/main" val="12284222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A95A494-CCA6-45BC-BD1F-A3554138AD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84AF228-A5DF-813A-5CAF-C2537225D27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007B4B-3270-9E49-6396-83CCD96BAE6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C5E3940-567D-0E4A-B27A-538E5CA3F251}" type="datetimeFigureOut">
              <a:rPr lang="en-US" smtClean="0"/>
              <a:t>06/03/2026</a:t>
            </a:fld>
            <a:endParaRPr lang="en-US"/>
          </a:p>
        </p:txBody>
      </p:sp>
      <p:sp>
        <p:nvSpPr>
          <p:cNvPr id="5" name="Footer Placeholder 4">
            <a:extLst>
              <a:ext uri="{FF2B5EF4-FFF2-40B4-BE49-F238E27FC236}">
                <a16:creationId xmlns:a16="http://schemas.microsoft.com/office/drawing/2014/main" id="{0BE01802-BE2D-FBB3-0173-437E67912E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44C1DA6-7FE2-D43F-D737-A8570E28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7C04E71-C3B3-D34A-A2EC-B9453AF94C68}" type="slidenum">
              <a:rPr lang="en-US" smtClean="0"/>
              <a:t>‹#›</a:t>
            </a:fld>
            <a:endParaRPr lang="en-US"/>
          </a:p>
        </p:txBody>
      </p:sp>
    </p:spTree>
    <p:extLst>
      <p:ext uri="{BB962C8B-B14F-4D97-AF65-F5344CB8AC3E}">
        <p14:creationId xmlns:p14="http://schemas.microsoft.com/office/powerpoint/2010/main" val="1468994052"/>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2A397E7-BF60-45B2-84C7-B074B76C37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A Guide to Formula 1 Prize Money: How F1 Prize Money works — The Sporting  Blog">
            <a:extLst>
              <a:ext uri="{FF2B5EF4-FFF2-40B4-BE49-F238E27FC236}">
                <a16:creationId xmlns:a16="http://schemas.microsoft.com/office/drawing/2014/main" id="{EFF0FA00-30C8-B252-C396-CCDF189D321B}"/>
              </a:ext>
            </a:extLst>
          </p:cNvPr>
          <p:cNvPicPr>
            <a:picLocks noChangeAspect="1"/>
          </p:cNvPicPr>
          <p:nvPr/>
        </p:nvPicPr>
        <p:blipFill>
          <a:blip r:embed="rId2">
            <a:alphaModFix/>
          </a:blip>
          <a:srcRect r="23028" b="-1"/>
          <a:stretch>
            <a:fillRect/>
          </a:stretch>
        </p:blipFill>
        <p:spPr>
          <a:xfrm>
            <a:off x="4283902" y="10"/>
            <a:ext cx="7908098" cy="6857992"/>
          </a:xfrm>
          <a:prstGeom prst="rect">
            <a:avLst/>
          </a:prstGeom>
        </p:spPr>
      </p:pic>
      <p:sp>
        <p:nvSpPr>
          <p:cNvPr id="11" name="Rectangle 10">
            <a:extLst>
              <a:ext uri="{FF2B5EF4-FFF2-40B4-BE49-F238E27FC236}">
                <a16:creationId xmlns:a16="http://schemas.microsoft.com/office/drawing/2014/main" id="{890DEF05-784E-4B61-89E4-04C4ECF4E5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36000">
                <a:schemeClr val="tx1">
                  <a:lumMod val="95000"/>
                  <a:lumOff val="5000"/>
                </a:schemeClr>
              </a:gs>
              <a:gs pos="81000">
                <a:schemeClr val="tx1">
                  <a:lumMod val="95000"/>
                  <a:lumOff val="5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09020E-F455-E944-BBDA-1052D6751E5E}"/>
              </a:ext>
            </a:extLst>
          </p:cNvPr>
          <p:cNvSpPr>
            <a:spLocks noGrp="1"/>
          </p:cNvSpPr>
          <p:nvPr>
            <p:ph type="ctrTitle"/>
          </p:nvPr>
        </p:nvSpPr>
        <p:spPr>
          <a:xfrm>
            <a:off x="728663" y="1115219"/>
            <a:ext cx="5505449" cy="2387600"/>
          </a:xfrm>
        </p:spPr>
        <p:txBody>
          <a:bodyPr>
            <a:normAutofit/>
          </a:bodyPr>
          <a:lstStyle/>
          <a:p>
            <a:pPr algn="l"/>
            <a:r>
              <a:rPr lang="en-US" sz="3100" b="1">
                <a:solidFill>
                  <a:schemeClr val="bg1"/>
                </a:solidFill>
              </a:rPr>
              <a:t>Which Car Performance &amp; Race Strategy Factors Best Predict a Driver’s Finishing Position?</a:t>
            </a:r>
            <a:br>
              <a:rPr lang="en-US" sz="3100">
                <a:solidFill>
                  <a:schemeClr val="bg1"/>
                </a:solidFill>
              </a:rPr>
            </a:br>
            <a:endParaRPr lang="en-US" sz="3100">
              <a:solidFill>
                <a:schemeClr val="bg1"/>
              </a:solidFill>
            </a:endParaRPr>
          </a:p>
        </p:txBody>
      </p:sp>
      <p:sp>
        <p:nvSpPr>
          <p:cNvPr id="3" name="Subtitle 2">
            <a:extLst>
              <a:ext uri="{FF2B5EF4-FFF2-40B4-BE49-F238E27FC236}">
                <a16:creationId xmlns:a16="http://schemas.microsoft.com/office/drawing/2014/main" id="{86318183-B2C7-364B-BD06-B3B9F040F805}"/>
              </a:ext>
            </a:extLst>
          </p:cNvPr>
          <p:cNvSpPr>
            <a:spLocks noGrp="1"/>
          </p:cNvSpPr>
          <p:nvPr>
            <p:ph type="subTitle" idx="1"/>
          </p:nvPr>
        </p:nvSpPr>
        <p:spPr>
          <a:xfrm>
            <a:off x="728663" y="3902075"/>
            <a:ext cx="5505449" cy="1655762"/>
          </a:xfrm>
        </p:spPr>
        <p:txBody>
          <a:bodyPr>
            <a:normAutofit/>
          </a:bodyPr>
          <a:lstStyle/>
          <a:p>
            <a:pPr algn="l"/>
            <a:r>
              <a:rPr lang="en-US" sz="2000" b="1">
                <a:solidFill>
                  <a:schemeClr val="bg1"/>
                </a:solidFill>
              </a:rPr>
              <a:t>Minh Vo, Jewel Cooper, &amp; Quang Nguyen</a:t>
            </a:r>
          </a:p>
        </p:txBody>
      </p:sp>
      <p:cxnSp>
        <p:nvCxnSpPr>
          <p:cNvPr id="13" name="Straight Connector 12">
            <a:extLst>
              <a:ext uri="{FF2B5EF4-FFF2-40B4-BE49-F238E27FC236}">
                <a16:creationId xmlns:a16="http://schemas.microsoft.com/office/drawing/2014/main" id="{C41BAEC7-F7B0-4224-8B18-8F74B7D87F0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8585" y="3681408"/>
            <a:ext cx="1193482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1070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4F02F6-349D-954F-B02F-78EBD3017252}"/>
              </a:ext>
            </a:extLst>
          </p:cNvPr>
          <p:cNvSpPr>
            <a:spLocks noGrp="1"/>
          </p:cNvSpPr>
          <p:nvPr>
            <p:ph type="title"/>
          </p:nvPr>
        </p:nvSpPr>
        <p:spPr>
          <a:xfrm>
            <a:off x="640080" y="325369"/>
            <a:ext cx="4368602" cy="1956841"/>
          </a:xfrm>
        </p:spPr>
        <p:txBody>
          <a:bodyPr anchor="b">
            <a:normAutofit/>
          </a:bodyPr>
          <a:lstStyle/>
          <a:p>
            <a:r>
              <a:rPr lang="en-US" sz="5400" b="1"/>
              <a:t>Overview</a:t>
            </a:r>
          </a:p>
        </p:txBody>
      </p:sp>
      <p:sp>
        <p:nvSpPr>
          <p:cNvPr id="25"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A721E59-1DC4-3845-9DB3-10F69E64143F}"/>
              </a:ext>
            </a:extLst>
          </p:cNvPr>
          <p:cNvSpPr>
            <a:spLocks noGrp="1"/>
          </p:cNvSpPr>
          <p:nvPr>
            <p:ph idx="1"/>
          </p:nvPr>
        </p:nvSpPr>
        <p:spPr>
          <a:xfrm>
            <a:off x="640080" y="2872899"/>
            <a:ext cx="4243589" cy="3320668"/>
          </a:xfrm>
        </p:spPr>
        <p:txBody>
          <a:bodyPr>
            <a:normAutofit/>
          </a:bodyPr>
          <a:lstStyle/>
          <a:p>
            <a:r>
              <a:rPr lang="en-US" sz="2200" dirty="0"/>
              <a:t> Goal: Identify patterns that contribute to successful race results</a:t>
            </a:r>
          </a:p>
          <a:p>
            <a:r>
              <a:rPr lang="en-US" sz="2200" dirty="0"/>
              <a:t>Examine how driver performance, tire strategy, and pit stop decisions influence race outcomes</a:t>
            </a:r>
          </a:p>
        </p:txBody>
      </p:sp>
      <p:pic>
        <p:nvPicPr>
          <p:cNvPr id="18" name="Picture 17" descr="Racecar parked on the tracks">
            <a:extLst>
              <a:ext uri="{FF2B5EF4-FFF2-40B4-BE49-F238E27FC236}">
                <a16:creationId xmlns:a16="http://schemas.microsoft.com/office/drawing/2014/main" id="{C4A854C5-CE22-F237-9402-BEA7687D15C4}"/>
              </a:ext>
            </a:extLst>
          </p:cNvPr>
          <p:cNvPicPr>
            <a:picLocks noChangeAspect="1"/>
          </p:cNvPicPr>
          <p:nvPr/>
        </p:nvPicPr>
        <p:blipFill>
          <a:blip r:embed="rId2"/>
          <a:srcRect l="1440" r="29852" b="-1"/>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23973469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AA72BD9-2C5A-4EDC-931F-5AA08EACA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Financial graphs on a dark display">
            <a:extLst>
              <a:ext uri="{FF2B5EF4-FFF2-40B4-BE49-F238E27FC236}">
                <a16:creationId xmlns:a16="http://schemas.microsoft.com/office/drawing/2014/main" id="{BBCF2D17-B276-D818-E48C-6E30C8FBE618}"/>
              </a:ext>
            </a:extLst>
          </p:cNvPr>
          <p:cNvPicPr>
            <a:picLocks noChangeAspect="1"/>
          </p:cNvPicPr>
          <p:nvPr/>
        </p:nvPicPr>
        <p:blipFill>
          <a:blip r:embed="rId3"/>
          <a:srcRect r="20991"/>
          <a:stretch>
            <a:fillRect/>
          </a:stretch>
        </p:blipFill>
        <p:spPr>
          <a:xfrm>
            <a:off x="3522468" y="10"/>
            <a:ext cx="8669532" cy="6857990"/>
          </a:xfrm>
          <a:prstGeom prst="rect">
            <a:avLst/>
          </a:prstGeom>
        </p:spPr>
      </p:pic>
      <p:sp>
        <p:nvSpPr>
          <p:cNvPr id="11" name="Rectangle 10">
            <a:extLst>
              <a:ext uri="{FF2B5EF4-FFF2-40B4-BE49-F238E27FC236}">
                <a16:creationId xmlns:a16="http://schemas.microsoft.com/office/drawing/2014/main" id="{DD3981AC-7B61-4947-BCF3-F7AA7FA38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tx1"/>
              </a:gs>
              <a:gs pos="35000">
                <a:schemeClr val="tx1">
                  <a:alpha val="78000"/>
                </a:schemeClr>
              </a:gs>
              <a:gs pos="19000">
                <a:schemeClr val="tx1">
                  <a:alpha val="38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3120F26-778C-B7B7-DF77-0C28E45D6372}"/>
              </a:ext>
            </a:extLst>
          </p:cNvPr>
          <p:cNvSpPr>
            <a:spLocks noGrp="1"/>
          </p:cNvSpPr>
          <p:nvPr>
            <p:ph type="title"/>
          </p:nvPr>
        </p:nvSpPr>
        <p:spPr>
          <a:xfrm>
            <a:off x="371094" y="1161288"/>
            <a:ext cx="3438144" cy="1124712"/>
          </a:xfrm>
        </p:spPr>
        <p:txBody>
          <a:bodyPr anchor="b">
            <a:normAutofit/>
          </a:bodyPr>
          <a:lstStyle/>
          <a:p>
            <a:r>
              <a:rPr lang="en-US" sz="2800" b="1">
                <a:solidFill>
                  <a:schemeClr val="bg1"/>
                </a:solidFill>
              </a:rPr>
              <a:t>Purpose of Dataset</a:t>
            </a:r>
            <a:endParaRPr lang="en-US" sz="2800">
              <a:solidFill>
                <a:schemeClr val="bg1"/>
              </a:solidFill>
            </a:endParaRPr>
          </a:p>
        </p:txBody>
      </p:sp>
      <p:sp>
        <p:nvSpPr>
          <p:cNvPr id="13" name="Rectangle 12">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chemeClr val="tx1"/>
          </a:solid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80CF9EFD-47CF-7041-EF6F-E05E6B2CBD1B}"/>
              </a:ext>
            </a:extLst>
          </p:cNvPr>
          <p:cNvSpPr>
            <a:spLocks noGrp="1"/>
          </p:cNvSpPr>
          <p:nvPr>
            <p:ph idx="1"/>
          </p:nvPr>
        </p:nvSpPr>
        <p:spPr>
          <a:xfrm>
            <a:off x="371094" y="2718054"/>
            <a:ext cx="3438906" cy="3207258"/>
          </a:xfrm>
        </p:spPr>
        <p:txBody>
          <a:bodyPr anchor="t">
            <a:normAutofit/>
          </a:bodyPr>
          <a:lstStyle/>
          <a:p>
            <a:r>
              <a:rPr lang="en-US" sz="1700" dirty="0">
                <a:solidFill>
                  <a:schemeClr val="bg1"/>
                </a:solidFill>
              </a:rPr>
              <a:t>Explore the relationship between performance metrics and final standings</a:t>
            </a:r>
          </a:p>
          <a:p>
            <a:r>
              <a:rPr lang="en-US" sz="1700" dirty="0">
                <a:solidFill>
                  <a:schemeClr val="bg1"/>
                </a:solidFill>
              </a:rPr>
              <a:t>Develop insights that can support predictive analytics in Formula 1 (F1)</a:t>
            </a:r>
          </a:p>
          <a:p>
            <a:r>
              <a:rPr lang="en-US" sz="1700" dirty="0">
                <a:solidFill>
                  <a:schemeClr val="bg1"/>
                </a:solidFill>
              </a:rPr>
              <a:t>Integrate multiple sources of race and telemetry data into </a:t>
            </a:r>
            <a:r>
              <a:rPr lang="en-US" sz="1700">
                <a:solidFill>
                  <a:schemeClr val="bg1"/>
                </a:solidFill>
              </a:rPr>
              <a:t>a single data set</a:t>
            </a:r>
            <a:endParaRPr lang="en-US" sz="1700" dirty="0">
              <a:solidFill>
                <a:schemeClr val="bg1"/>
              </a:solidFill>
            </a:endParaRPr>
          </a:p>
        </p:txBody>
      </p:sp>
    </p:spTree>
    <p:extLst>
      <p:ext uri="{BB962C8B-B14F-4D97-AF65-F5344CB8AC3E}">
        <p14:creationId xmlns:p14="http://schemas.microsoft.com/office/powerpoint/2010/main" val="27452091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0E1A8E-333C-9A4B-B5B1-E33654238E02}"/>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Potential Users and Applications</a:t>
            </a:r>
          </a:p>
        </p:txBody>
      </p:sp>
      <p:graphicFrame>
        <p:nvGraphicFramePr>
          <p:cNvPr id="19" name="Content Placeholder 2">
            <a:extLst>
              <a:ext uri="{FF2B5EF4-FFF2-40B4-BE49-F238E27FC236}">
                <a16:creationId xmlns:a16="http://schemas.microsoft.com/office/drawing/2014/main" id="{9525BFBB-1733-4E56-7CB9-66FC870660C2}"/>
              </a:ext>
            </a:extLst>
          </p:cNvPr>
          <p:cNvGraphicFramePr>
            <a:graphicFrameLocks noGrp="1"/>
          </p:cNvGraphicFramePr>
          <p:nvPr>
            <p:ph idx="1"/>
            <p:extLst>
              <p:ext uri="{D42A27DB-BD31-4B8C-83A1-F6EECF244321}">
                <p14:modId xmlns:p14="http://schemas.microsoft.com/office/powerpoint/2010/main" val="2519117283"/>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548849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1518A51C-AC5C-224B-83E1-BE4285E72E3E}"/>
              </a:ext>
            </a:extLst>
          </p:cNvPr>
          <p:cNvSpPr>
            <a:spLocks noGrp="1"/>
          </p:cNvSpPr>
          <p:nvPr>
            <p:ph type="title"/>
          </p:nvPr>
        </p:nvSpPr>
        <p:spPr>
          <a:xfrm>
            <a:off x="838200" y="669925"/>
            <a:ext cx="4508946" cy="1325563"/>
          </a:xfrm>
        </p:spPr>
        <p:txBody>
          <a:bodyPr anchor="b">
            <a:normAutofit/>
          </a:bodyPr>
          <a:lstStyle/>
          <a:p>
            <a:pPr algn="r"/>
            <a:r>
              <a:rPr lang="en-US">
                <a:solidFill>
                  <a:schemeClr val="bg1"/>
                </a:solidFill>
              </a:rPr>
              <a:t>Source of Data</a:t>
            </a:r>
          </a:p>
        </p:txBody>
      </p:sp>
      <p:cxnSp>
        <p:nvCxnSpPr>
          <p:cNvPr id="10" name="Straight Connector 9">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2026340"/>
            <a:ext cx="522093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9AB92F3-2775-4B46-A098-FE988824A88C}"/>
              </a:ext>
            </a:extLst>
          </p:cNvPr>
          <p:cNvSpPr>
            <a:spLocks noGrp="1"/>
          </p:cNvSpPr>
          <p:nvPr>
            <p:ph idx="1"/>
          </p:nvPr>
        </p:nvSpPr>
        <p:spPr>
          <a:xfrm>
            <a:off x="1392667" y="2398957"/>
            <a:ext cx="9406666" cy="3526144"/>
          </a:xfrm>
        </p:spPr>
        <p:txBody>
          <a:bodyPr>
            <a:normAutofit/>
          </a:bodyPr>
          <a:lstStyle/>
          <a:p>
            <a:r>
              <a:rPr lang="en-US" sz="2000" dirty="0">
                <a:solidFill>
                  <a:schemeClr val="bg1"/>
                </a:solidFill>
              </a:rPr>
              <a:t>Combined data from various sources to create a unified data set:</a:t>
            </a:r>
          </a:p>
          <a:p>
            <a:pPr lvl="1"/>
            <a:r>
              <a:rPr lang="en-US" sz="2000" dirty="0">
                <a:solidFill>
                  <a:schemeClr val="bg1"/>
                </a:solidFill>
              </a:rPr>
              <a:t>Telemetry and race performance data from 2023 Formula 1’s </a:t>
            </a:r>
            <a:r>
              <a:rPr lang="en-US" sz="2000" b="1" dirty="0">
                <a:solidFill>
                  <a:schemeClr val="bg1"/>
                </a:solidFill>
              </a:rPr>
              <a:t>OpenF1 API</a:t>
            </a:r>
          </a:p>
          <a:p>
            <a:pPr lvl="1"/>
            <a:r>
              <a:rPr lang="en-US" sz="2000" dirty="0">
                <a:solidFill>
                  <a:schemeClr val="bg1"/>
                </a:solidFill>
              </a:rPr>
              <a:t>Historical race results from </a:t>
            </a:r>
            <a:r>
              <a:rPr lang="en-US" sz="2000" b="1" dirty="0">
                <a:solidFill>
                  <a:schemeClr val="bg1"/>
                </a:solidFill>
              </a:rPr>
              <a:t>StatsF1, </a:t>
            </a:r>
            <a:r>
              <a:rPr lang="en-US" sz="2000" dirty="0">
                <a:solidFill>
                  <a:schemeClr val="bg1"/>
                </a:solidFill>
              </a:rPr>
              <a:t>who publish structured race results for each Grand Prix</a:t>
            </a:r>
            <a:endParaRPr lang="en-US" sz="2000" b="1" dirty="0">
              <a:solidFill>
                <a:schemeClr val="bg1"/>
              </a:solidFill>
            </a:endParaRPr>
          </a:p>
          <a:p>
            <a:r>
              <a:rPr lang="en-US" sz="2000" dirty="0">
                <a:solidFill>
                  <a:schemeClr val="bg1"/>
                </a:solidFill>
              </a:rPr>
              <a:t>Key Variables </a:t>
            </a:r>
          </a:p>
          <a:p>
            <a:pPr lvl="1"/>
            <a:r>
              <a:rPr lang="en-US" sz="2000" dirty="0">
                <a:solidFill>
                  <a:schemeClr val="bg1"/>
                </a:solidFill>
              </a:rPr>
              <a:t>Driver finishing position</a:t>
            </a:r>
          </a:p>
          <a:p>
            <a:pPr lvl="1"/>
            <a:r>
              <a:rPr lang="en-US" sz="2000" dirty="0">
                <a:solidFill>
                  <a:schemeClr val="bg1"/>
                </a:solidFill>
              </a:rPr>
              <a:t>Lap times</a:t>
            </a:r>
          </a:p>
          <a:p>
            <a:pPr lvl="1"/>
            <a:r>
              <a:rPr lang="en-US" sz="2000" dirty="0">
                <a:solidFill>
                  <a:schemeClr val="bg1"/>
                </a:solidFill>
              </a:rPr>
              <a:t>Tire compounds and strategy</a:t>
            </a:r>
          </a:p>
          <a:p>
            <a:pPr lvl="1"/>
            <a:r>
              <a:rPr lang="en-US" sz="2000" dirty="0">
                <a:solidFill>
                  <a:schemeClr val="bg1"/>
                </a:solidFill>
              </a:rPr>
              <a:t>Driver and team performance metrics</a:t>
            </a:r>
          </a:p>
          <a:p>
            <a:endParaRPr lang="en-US" sz="2000" dirty="0">
              <a:solidFill>
                <a:schemeClr val="bg1"/>
              </a:solidFill>
            </a:endParaRPr>
          </a:p>
        </p:txBody>
      </p:sp>
      <p:sp>
        <p:nvSpPr>
          <p:cNvPr id="12" name="Rectangle 11">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984318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7AE9375-4664-4DB2-922D-2782A6E439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 name="Title 1">
            <a:extLst>
              <a:ext uri="{FF2B5EF4-FFF2-40B4-BE49-F238E27FC236}">
                <a16:creationId xmlns:a16="http://schemas.microsoft.com/office/drawing/2014/main" id="{FCCC1219-0C6D-034C-B5AE-66B28FE2AF5A}"/>
              </a:ext>
            </a:extLst>
          </p:cNvPr>
          <p:cNvSpPr>
            <a:spLocks noGrp="1"/>
          </p:cNvSpPr>
          <p:nvPr>
            <p:ph type="title"/>
          </p:nvPr>
        </p:nvSpPr>
        <p:spPr>
          <a:xfrm>
            <a:off x="838200" y="669925"/>
            <a:ext cx="4508946" cy="1325563"/>
          </a:xfrm>
        </p:spPr>
        <p:txBody>
          <a:bodyPr anchor="b">
            <a:normAutofit/>
          </a:bodyPr>
          <a:lstStyle/>
          <a:p>
            <a:pPr algn="r"/>
            <a:r>
              <a:rPr lang="en-US" dirty="0">
                <a:solidFill>
                  <a:schemeClr val="bg1"/>
                </a:solidFill>
              </a:rPr>
              <a:t>Approach to Acquiring Data</a:t>
            </a:r>
          </a:p>
        </p:txBody>
      </p:sp>
      <p:cxnSp>
        <p:nvCxnSpPr>
          <p:cNvPr id="10" name="Straight Connector 9">
            <a:extLst>
              <a:ext uri="{FF2B5EF4-FFF2-40B4-BE49-F238E27FC236}">
                <a16:creationId xmlns:a16="http://schemas.microsoft.com/office/drawing/2014/main" id="{EE504C98-6397-41C1-A8D8-2D9C4ED307E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6210" y="2026340"/>
            <a:ext cx="5220936"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9B174FE-6367-5942-A419-22ADA79CE723}"/>
              </a:ext>
            </a:extLst>
          </p:cNvPr>
          <p:cNvSpPr>
            <a:spLocks noGrp="1"/>
          </p:cNvSpPr>
          <p:nvPr>
            <p:ph idx="1"/>
          </p:nvPr>
        </p:nvSpPr>
        <p:spPr>
          <a:xfrm>
            <a:off x="1392667" y="2398957"/>
            <a:ext cx="9406666" cy="3526144"/>
          </a:xfrm>
        </p:spPr>
        <p:txBody>
          <a:bodyPr>
            <a:normAutofit/>
          </a:bodyPr>
          <a:lstStyle/>
          <a:p>
            <a:r>
              <a:rPr lang="en-US" sz="2000">
                <a:solidFill>
                  <a:schemeClr val="bg1"/>
                </a:solidFill>
              </a:rPr>
              <a:t>Queried multiple OpenF1 API endpoints (drivers, laps, stints, pit stops, positions, telemetry) </a:t>
            </a:r>
          </a:p>
          <a:p>
            <a:r>
              <a:rPr lang="en-US" sz="2000">
                <a:solidFill>
                  <a:schemeClr val="bg1"/>
                </a:solidFill>
              </a:rPr>
              <a:t>Scraped  race classification tables from StatsF1</a:t>
            </a:r>
          </a:p>
          <a:p>
            <a:r>
              <a:rPr lang="en-US" sz="2000">
                <a:solidFill>
                  <a:schemeClr val="bg1"/>
                </a:solidFill>
              </a:rPr>
              <a:t>Merged datasets using common identifiers such as “race” and “driver”</a:t>
            </a:r>
          </a:p>
          <a:p>
            <a:r>
              <a:rPr lang="en-US" sz="2000">
                <a:solidFill>
                  <a:schemeClr val="bg1"/>
                </a:solidFill>
              </a:rPr>
              <a:t>Validated data quality and consistency before analysis</a:t>
            </a:r>
          </a:p>
        </p:txBody>
      </p:sp>
      <p:sp>
        <p:nvSpPr>
          <p:cNvPr id="12" name="Rectangle 11">
            <a:extLst>
              <a:ext uri="{FF2B5EF4-FFF2-40B4-BE49-F238E27FC236}">
                <a16:creationId xmlns:a16="http://schemas.microsoft.com/office/drawing/2014/main" id="{9DD005C1-8C51-42D6-9BEE-B9B838497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493897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AA72BD9-2C5A-4EDC-931F-5AA08EACA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Vibrant multicolor checkered floor design">
            <a:extLst>
              <a:ext uri="{FF2B5EF4-FFF2-40B4-BE49-F238E27FC236}">
                <a16:creationId xmlns:a16="http://schemas.microsoft.com/office/drawing/2014/main" id="{49889A20-16CB-9CC2-89BD-20D73A252484}"/>
              </a:ext>
            </a:extLst>
          </p:cNvPr>
          <p:cNvPicPr>
            <a:picLocks noChangeAspect="1"/>
          </p:cNvPicPr>
          <p:nvPr/>
        </p:nvPicPr>
        <p:blipFill>
          <a:blip r:embed="rId2"/>
          <a:srcRect r="14670"/>
          <a:stretch>
            <a:fillRect/>
          </a:stretch>
        </p:blipFill>
        <p:spPr>
          <a:xfrm>
            <a:off x="3522468" y="10"/>
            <a:ext cx="8669532" cy="6857990"/>
          </a:xfrm>
          <a:prstGeom prst="rect">
            <a:avLst/>
          </a:prstGeom>
        </p:spPr>
      </p:pic>
      <p:sp>
        <p:nvSpPr>
          <p:cNvPr id="11" name="Rectangle 10">
            <a:extLst>
              <a:ext uri="{FF2B5EF4-FFF2-40B4-BE49-F238E27FC236}">
                <a16:creationId xmlns:a16="http://schemas.microsoft.com/office/drawing/2014/main" id="{DD3981AC-7B61-4947-BCF3-F7AA7FA38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tx1"/>
              </a:gs>
              <a:gs pos="35000">
                <a:schemeClr val="tx1">
                  <a:alpha val="78000"/>
                </a:schemeClr>
              </a:gs>
              <a:gs pos="19000">
                <a:schemeClr val="tx1">
                  <a:alpha val="38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312C33B-C395-284A-8535-98395D1F6E71}"/>
              </a:ext>
            </a:extLst>
          </p:cNvPr>
          <p:cNvSpPr>
            <a:spLocks noGrp="1"/>
          </p:cNvSpPr>
          <p:nvPr>
            <p:ph type="title"/>
          </p:nvPr>
        </p:nvSpPr>
        <p:spPr>
          <a:xfrm>
            <a:off x="371094" y="1161288"/>
            <a:ext cx="3438144" cy="1124712"/>
          </a:xfrm>
        </p:spPr>
        <p:txBody>
          <a:bodyPr anchor="b">
            <a:normAutofit/>
          </a:bodyPr>
          <a:lstStyle/>
          <a:p>
            <a:r>
              <a:rPr lang="en-US" sz="2800">
                <a:solidFill>
                  <a:schemeClr val="bg1"/>
                </a:solidFill>
              </a:rPr>
              <a:t>Approach to Preprocessing Data</a:t>
            </a:r>
          </a:p>
        </p:txBody>
      </p:sp>
      <p:sp>
        <p:nvSpPr>
          <p:cNvPr id="13" name="Rectangle 12">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chemeClr val="tx1"/>
          </a:solid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F55CFF0D-D572-3142-A36C-5EE8C0B06137}"/>
              </a:ext>
            </a:extLst>
          </p:cNvPr>
          <p:cNvSpPr>
            <a:spLocks noGrp="1"/>
          </p:cNvSpPr>
          <p:nvPr>
            <p:ph idx="1"/>
          </p:nvPr>
        </p:nvSpPr>
        <p:spPr>
          <a:xfrm>
            <a:off x="371094" y="2718054"/>
            <a:ext cx="3438906" cy="3207258"/>
          </a:xfrm>
        </p:spPr>
        <p:txBody>
          <a:bodyPr anchor="t">
            <a:normAutofit/>
          </a:bodyPr>
          <a:lstStyle/>
          <a:p>
            <a:r>
              <a:rPr lang="en-US" sz="1700">
                <a:solidFill>
                  <a:schemeClr val="bg1"/>
                </a:solidFill>
              </a:rPr>
              <a:t>Standardized variable names and formats across data sources</a:t>
            </a:r>
          </a:p>
          <a:p>
            <a:r>
              <a:rPr lang="en-US" sz="1700">
                <a:solidFill>
                  <a:schemeClr val="bg1"/>
                </a:solidFill>
              </a:rPr>
              <a:t>Removed duplicate and incomplete records</a:t>
            </a:r>
          </a:p>
          <a:p>
            <a:r>
              <a:rPr lang="en-US" sz="1700">
                <a:solidFill>
                  <a:schemeClr val="bg1"/>
                </a:solidFill>
              </a:rPr>
              <a:t>Handled missing values where necessary</a:t>
            </a:r>
          </a:p>
          <a:p>
            <a:r>
              <a:rPr lang="en-US" sz="1700">
                <a:solidFill>
                  <a:schemeClr val="bg1"/>
                </a:solidFill>
              </a:rPr>
              <a:t>Joined all sources into a single dataset</a:t>
            </a:r>
          </a:p>
        </p:txBody>
      </p:sp>
    </p:spTree>
    <p:extLst>
      <p:ext uri="{BB962C8B-B14F-4D97-AF65-F5344CB8AC3E}">
        <p14:creationId xmlns:p14="http://schemas.microsoft.com/office/powerpoint/2010/main" val="16120976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AA72BD9-2C5A-4EDC-931F-5AA08EACA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Blue arrows pointing at a red button">
            <a:extLst>
              <a:ext uri="{FF2B5EF4-FFF2-40B4-BE49-F238E27FC236}">
                <a16:creationId xmlns:a16="http://schemas.microsoft.com/office/drawing/2014/main" id="{C873F14F-662C-F2AC-D356-F1F2A270A1D3}"/>
              </a:ext>
            </a:extLst>
          </p:cNvPr>
          <p:cNvPicPr>
            <a:picLocks noChangeAspect="1"/>
          </p:cNvPicPr>
          <p:nvPr/>
        </p:nvPicPr>
        <p:blipFill>
          <a:blip r:embed="rId2"/>
          <a:srcRect r="15617" b="-1"/>
          <a:stretch>
            <a:fillRect/>
          </a:stretch>
        </p:blipFill>
        <p:spPr>
          <a:xfrm>
            <a:off x="3522468" y="10"/>
            <a:ext cx="8669532" cy="6857990"/>
          </a:xfrm>
          <a:prstGeom prst="rect">
            <a:avLst/>
          </a:prstGeom>
        </p:spPr>
      </p:pic>
      <p:sp>
        <p:nvSpPr>
          <p:cNvPr id="11" name="Rectangle 10">
            <a:extLst>
              <a:ext uri="{FF2B5EF4-FFF2-40B4-BE49-F238E27FC236}">
                <a16:creationId xmlns:a16="http://schemas.microsoft.com/office/drawing/2014/main" id="{DD3981AC-7B61-4947-BCF3-F7AA7FA38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tx1"/>
              </a:gs>
              <a:gs pos="35000">
                <a:schemeClr val="tx1">
                  <a:alpha val="78000"/>
                </a:schemeClr>
              </a:gs>
              <a:gs pos="19000">
                <a:schemeClr val="tx1">
                  <a:alpha val="38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54CD119-5868-0A44-B523-6F9234BC943E}"/>
              </a:ext>
            </a:extLst>
          </p:cNvPr>
          <p:cNvSpPr>
            <a:spLocks noGrp="1"/>
          </p:cNvSpPr>
          <p:nvPr>
            <p:ph type="title"/>
          </p:nvPr>
        </p:nvSpPr>
        <p:spPr>
          <a:xfrm>
            <a:off x="371094" y="1161288"/>
            <a:ext cx="3438144" cy="1124712"/>
          </a:xfrm>
        </p:spPr>
        <p:txBody>
          <a:bodyPr anchor="b">
            <a:normAutofit/>
          </a:bodyPr>
          <a:lstStyle/>
          <a:p>
            <a:r>
              <a:rPr lang="en-US" sz="2800">
                <a:solidFill>
                  <a:schemeClr val="bg1"/>
                </a:solidFill>
              </a:rPr>
              <a:t>Distribution Approach</a:t>
            </a:r>
          </a:p>
        </p:txBody>
      </p:sp>
      <p:sp>
        <p:nvSpPr>
          <p:cNvPr id="13" name="Rectangle 12">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chemeClr val="tx1"/>
          </a:solid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05E2C9C3-D3B6-134D-A713-56229C7F4D3B}"/>
              </a:ext>
            </a:extLst>
          </p:cNvPr>
          <p:cNvSpPr>
            <a:spLocks noGrp="1"/>
          </p:cNvSpPr>
          <p:nvPr>
            <p:ph idx="1"/>
          </p:nvPr>
        </p:nvSpPr>
        <p:spPr>
          <a:xfrm>
            <a:off x="371094" y="2718054"/>
            <a:ext cx="3438906" cy="3207258"/>
          </a:xfrm>
        </p:spPr>
        <p:txBody>
          <a:bodyPr anchor="t">
            <a:normAutofit/>
          </a:bodyPr>
          <a:lstStyle/>
          <a:p>
            <a:r>
              <a:rPr lang="en-US" sz="1700" dirty="0">
                <a:solidFill>
                  <a:schemeClr val="bg1"/>
                </a:solidFill>
              </a:rPr>
              <a:t>Examined distributions of finishing position, lap times, pit stops, and telemetry metrics</a:t>
            </a:r>
          </a:p>
          <a:p>
            <a:r>
              <a:rPr lang="en-US" sz="1700" dirty="0">
                <a:solidFill>
                  <a:schemeClr val="bg1"/>
                </a:solidFill>
              </a:rPr>
              <a:t>Evaluated skewness and potential outliers within race performance data</a:t>
            </a:r>
          </a:p>
          <a:p>
            <a:r>
              <a:rPr lang="en-US" sz="1700" dirty="0">
                <a:solidFill>
                  <a:schemeClr val="bg1"/>
                </a:solidFill>
              </a:rPr>
              <a:t>Identified trends, variability, and potential outliers</a:t>
            </a:r>
          </a:p>
          <a:p>
            <a:r>
              <a:rPr lang="en-US" sz="1700" dirty="0">
                <a:solidFill>
                  <a:schemeClr val="bg1"/>
                </a:solidFill>
              </a:rPr>
              <a:t>Evaluated feature distributions prior to modeling</a:t>
            </a:r>
          </a:p>
          <a:p>
            <a:endParaRPr lang="en-US" sz="1700" dirty="0">
              <a:solidFill>
                <a:schemeClr val="bg1"/>
              </a:solidFill>
            </a:endParaRPr>
          </a:p>
          <a:p>
            <a:endParaRPr lang="en-US" sz="1700" dirty="0">
              <a:solidFill>
                <a:schemeClr val="bg1"/>
              </a:solidFill>
            </a:endParaRPr>
          </a:p>
          <a:p>
            <a:endParaRPr lang="en-US" sz="1700" dirty="0">
              <a:solidFill>
                <a:schemeClr val="bg1"/>
              </a:solidFill>
            </a:endParaRPr>
          </a:p>
        </p:txBody>
      </p:sp>
    </p:spTree>
    <p:extLst>
      <p:ext uri="{BB962C8B-B14F-4D97-AF65-F5344CB8AC3E}">
        <p14:creationId xmlns:p14="http://schemas.microsoft.com/office/powerpoint/2010/main" val="27816226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89059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56A079E-9CD9-D84F-AC45-14A954F929FD}"/>
              </a:ext>
            </a:extLst>
          </p:cNvPr>
          <p:cNvSpPr>
            <a:spLocks noGrp="1"/>
          </p:cNvSpPr>
          <p:nvPr>
            <p:ph type="title"/>
          </p:nvPr>
        </p:nvSpPr>
        <p:spPr>
          <a:xfrm>
            <a:off x="838200" y="1195697"/>
            <a:ext cx="3200400" cy="4238118"/>
          </a:xfrm>
        </p:spPr>
        <p:txBody>
          <a:bodyPr>
            <a:normAutofit/>
          </a:bodyPr>
          <a:lstStyle/>
          <a:p>
            <a:r>
              <a:rPr lang="en-US">
                <a:solidFill>
                  <a:schemeClr val="bg1"/>
                </a:solidFill>
              </a:rPr>
              <a:t>Discussion of Access Rights</a:t>
            </a:r>
          </a:p>
        </p:txBody>
      </p:sp>
      <p:grpSp>
        <p:nvGrpSpPr>
          <p:cNvPr id="13"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910252" cy="709660"/>
            <a:chOff x="2267504" y="2540250"/>
            <a:chExt cx="1990951" cy="739640"/>
          </a:xfrm>
          <a:solidFill>
            <a:schemeClr val="bg1"/>
          </a:solidFill>
        </p:grpSpPr>
        <p:sp>
          <p:nvSpPr>
            <p:cNvPr id="14" name="Freeform: Shape 13">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7" name="Oval 16">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1"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09667" y="5539935"/>
            <a:ext cx="975169" cy="975171"/>
            <a:chOff x="5829300" y="3162300"/>
            <a:chExt cx="532256" cy="532257"/>
          </a:xfrm>
          <a:solidFill>
            <a:schemeClr val="bg1"/>
          </a:solidFill>
        </p:grpSpPr>
        <p:sp>
          <p:nvSpPr>
            <p:cNvPr id="22" name="Freeform: Shape 21">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5" name="Content Placeholder 2">
            <a:extLst>
              <a:ext uri="{FF2B5EF4-FFF2-40B4-BE49-F238E27FC236}">
                <a16:creationId xmlns:a16="http://schemas.microsoft.com/office/drawing/2014/main" id="{5807AABD-9670-B89F-5260-4AE849C2FF2B}"/>
              </a:ext>
            </a:extLst>
          </p:cNvPr>
          <p:cNvGraphicFramePr>
            <a:graphicFrameLocks noGrp="1"/>
          </p:cNvGraphicFramePr>
          <p:nvPr>
            <p:ph idx="1"/>
            <p:extLst>
              <p:ext uri="{D42A27DB-BD31-4B8C-83A1-F6EECF244321}">
                <p14:modId xmlns:p14="http://schemas.microsoft.com/office/powerpoint/2010/main" val="1603987224"/>
              </p:ext>
            </p:extLst>
          </p:nvPr>
        </p:nvGraphicFramePr>
        <p:xfrm>
          <a:off x="5484139" y="477540"/>
          <a:ext cx="6301601" cy="587880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881015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8B337B21-1E26-A847-AC61-FDA5EEFBFA48}"/>
              </a:ext>
            </a:extLst>
          </p:cNvPr>
          <p:cNvSpPr>
            <a:spLocks noGrp="1"/>
          </p:cNvSpPr>
          <p:nvPr>
            <p:ph type="title"/>
          </p:nvPr>
        </p:nvSpPr>
        <p:spPr>
          <a:xfrm>
            <a:off x="838200" y="448721"/>
            <a:ext cx="4707671" cy="1225650"/>
          </a:xfrm>
        </p:spPr>
        <p:txBody>
          <a:bodyPr anchor="b">
            <a:normAutofit/>
          </a:bodyPr>
          <a:lstStyle/>
          <a:p>
            <a:r>
              <a:rPr lang="en-US" sz="3800">
                <a:solidFill>
                  <a:schemeClr val="bg1"/>
                </a:solidFill>
              </a:rPr>
              <a:t>Issues and Limitations</a:t>
            </a:r>
          </a:p>
        </p:txBody>
      </p:sp>
      <p:cxnSp>
        <p:nvCxnSpPr>
          <p:cNvPr id="18" name="Straight Connector 17">
            <a:extLst>
              <a:ext uri="{FF2B5EF4-FFF2-40B4-BE49-F238E27FC236}">
                <a16:creationId xmlns:a16="http://schemas.microsoft.com/office/drawing/2014/main" id="{EEA38897-7BA3-4408-8083-3235339C4A6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1873" y="1749756"/>
            <a:ext cx="4718304"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A6681F8-49AF-094B-8AE8-6157C5F0B6F6}"/>
              </a:ext>
            </a:extLst>
          </p:cNvPr>
          <p:cNvSpPr>
            <a:spLocks noGrp="1"/>
          </p:cNvSpPr>
          <p:nvPr>
            <p:ph idx="1"/>
          </p:nvPr>
        </p:nvSpPr>
        <p:spPr>
          <a:xfrm>
            <a:off x="897769" y="1909192"/>
            <a:ext cx="4586513" cy="3647710"/>
          </a:xfrm>
        </p:spPr>
        <p:txBody>
          <a:bodyPr>
            <a:normAutofit/>
          </a:bodyPr>
          <a:lstStyle/>
          <a:p>
            <a:r>
              <a:rPr lang="en-US" sz="2000" dirty="0">
                <a:solidFill>
                  <a:schemeClr val="bg1"/>
                </a:solidFill>
              </a:rPr>
              <a:t>Some OpenF1 endpoints had incomplete coverage across sessions</a:t>
            </a:r>
          </a:p>
          <a:p>
            <a:r>
              <a:rPr lang="en-US" sz="2000" dirty="0">
                <a:solidFill>
                  <a:schemeClr val="bg1"/>
                </a:solidFill>
              </a:rPr>
              <a:t>Telemetry data is quite large, requiring aggregation </a:t>
            </a:r>
          </a:p>
          <a:p>
            <a:r>
              <a:rPr lang="en-US" sz="2000" dirty="0">
                <a:solidFill>
                  <a:schemeClr val="bg1"/>
                </a:solidFill>
              </a:rPr>
              <a:t>Weather, incidents, and mechanical failures may not be fully captured </a:t>
            </a:r>
          </a:p>
          <a:p>
            <a:r>
              <a:rPr lang="en-US" sz="2000" dirty="0">
                <a:solidFill>
                  <a:schemeClr val="bg1"/>
                </a:solidFill>
              </a:rPr>
              <a:t>Results are limited to the 2023 Formula 1 season</a:t>
            </a:r>
          </a:p>
        </p:txBody>
      </p:sp>
      <p:cxnSp>
        <p:nvCxnSpPr>
          <p:cNvPr id="19" name="Straight Connector 18">
            <a:extLst>
              <a:ext uri="{FF2B5EF4-FFF2-40B4-BE49-F238E27FC236}">
                <a16:creationId xmlns:a16="http://schemas.microsoft.com/office/drawing/2014/main" id="{F11AD06B-AB20-4097-8606-5DA00DBACE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4027" y="5707672"/>
            <a:ext cx="4713997"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20" name="Picture 19" descr="Circuit board background">
            <a:extLst>
              <a:ext uri="{FF2B5EF4-FFF2-40B4-BE49-F238E27FC236}">
                <a16:creationId xmlns:a16="http://schemas.microsoft.com/office/drawing/2014/main" id="{5FB957AA-9138-FC5D-D847-5FD20273ED01}"/>
              </a:ext>
            </a:extLst>
          </p:cNvPr>
          <p:cNvPicPr>
            <a:picLocks noChangeAspect="1"/>
          </p:cNvPicPr>
          <p:nvPr/>
        </p:nvPicPr>
        <p:blipFill>
          <a:blip r:embed="rId2"/>
          <a:stretch>
            <a:fillRect/>
          </a:stretch>
        </p:blipFill>
        <p:spPr>
          <a:xfrm>
            <a:off x="6525453" y="1544873"/>
            <a:ext cx="5666547" cy="3768253"/>
          </a:xfrm>
          <a:prstGeom prst="rect">
            <a:avLst/>
          </a:prstGeom>
        </p:spPr>
      </p:pic>
    </p:spTree>
    <p:extLst>
      <p:ext uri="{BB962C8B-B14F-4D97-AF65-F5344CB8AC3E}">
        <p14:creationId xmlns:p14="http://schemas.microsoft.com/office/powerpoint/2010/main" val="26457474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E8A8EAB8-D2FF-444D-B34B-7D32F106A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 name="Title 1">
            <a:extLst>
              <a:ext uri="{FF2B5EF4-FFF2-40B4-BE49-F238E27FC236}">
                <a16:creationId xmlns:a16="http://schemas.microsoft.com/office/drawing/2014/main" id="{5B479FCD-BFB8-A542-BFAA-4C03B0C72546}"/>
              </a:ext>
            </a:extLst>
          </p:cNvPr>
          <p:cNvSpPr>
            <a:spLocks noGrp="1"/>
          </p:cNvSpPr>
          <p:nvPr>
            <p:ph type="title"/>
          </p:nvPr>
        </p:nvSpPr>
        <p:spPr>
          <a:xfrm>
            <a:off x="1225292" y="1450655"/>
            <a:ext cx="3932030" cy="3956690"/>
          </a:xfrm>
        </p:spPr>
        <p:txBody>
          <a:bodyPr anchor="ctr">
            <a:normAutofit/>
          </a:bodyPr>
          <a:lstStyle/>
          <a:p>
            <a:r>
              <a:rPr lang="en-US" sz="5000">
                <a:solidFill>
                  <a:schemeClr val="bg1"/>
                </a:solidFill>
              </a:rPr>
              <a:t>Team and Contributions</a:t>
            </a:r>
          </a:p>
        </p:txBody>
      </p:sp>
      <p:cxnSp>
        <p:nvCxnSpPr>
          <p:cNvPr id="22" name="Straight Connector 21">
            <a:extLst>
              <a:ext uri="{FF2B5EF4-FFF2-40B4-BE49-F238E27FC236}">
                <a16:creationId xmlns:a16="http://schemas.microsoft.com/office/drawing/2014/main" id="{067633D1-6EE6-4118-B9F0-B363477BEE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25292" y="1450655"/>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AD7FFC6-42A9-49CB-B5E9-B3F6B038331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225292" y="5408571"/>
            <a:ext cx="393203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8A35B8B6-79FF-4980-C4D6-7AFD8D83E00C}"/>
              </a:ext>
            </a:extLst>
          </p:cNvPr>
          <p:cNvGraphicFramePr>
            <a:graphicFrameLocks noGrp="1"/>
          </p:cNvGraphicFramePr>
          <p:nvPr>
            <p:ph idx="1"/>
            <p:extLst>
              <p:ext uri="{D42A27DB-BD31-4B8C-83A1-F6EECF244321}">
                <p14:modId xmlns:p14="http://schemas.microsoft.com/office/powerpoint/2010/main" val="2033715347"/>
              </p:ext>
            </p:extLst>
          </p:nvPr>
        </p:nvGraphicFramePr>
        <p:xfrm>
          <a:off x="5728502" y="685800"/>
          <a:ext cx="5878512" cy="5486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083873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B5B0058-AF13-4859-B429-4EDDE2A26F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50000"/>
                </a:schemeClr>
              </a:solidFill>
            </a:endParaRPr>
          </a:p>
        </p:txBody>
      </p:sp>
      <p:sp>
        <p:nvSpPr>
          <p:cNvPr id="2" name="Title 1">
            <a:extLst>
              <a:ext uri="{FF2B5EF4-FFF2-40B4-BE49-F238E27FC236}">
                <a16:creationId xmlns:a16="http://schemas.microsoft.com/office/drawing/2014/main" id="{6FB5FAB7-7327-896A-6AFA-B31C84425E20}"/>
              </a:ext>
            </a:extLst>
          </p:cNvPr>
          <p:cNvSpPr>
            <a:spLocks noGrp="1"/>
          </p:cNvSpPr>
          <p:nvPr>
            <p:ph type="title"/>
          </p:nvPr>
        </p:nvSpPr>
        <p:spPr>
          <a:xfrm>
            <a:off x="1932903" y="949325"/>
            <a:ext cx="8071706" cy="2387600"/>
          </a:xfrm>
        </p:spPr>
        <p:txBody>
          <a:bodyPr vert="horz" lIns="91440" tIns="45720" rIns="91440" bIns="45720" rtlCol="0" anchor="b">
            <a:normAutofit/>
          </a:bodyPr>
          <a:lstStyle/>
          <a:p>
            <a:r>
              <a:rPr lang="en-US" sz="6600" kern="1200">
                <a:solidFill>
                  <a:schemeClr val="bg1"/>
                </a:solidFill>
                <a:latin typeface="+mj-lt"/>
                <a:ea typeface="+mj-ea"/>
                <a:cs typeface="+mj-cs"/>
              </a:rPr>
              <a:t>	THANK YOU!</a:t>
            </a:r>
          </a:p>
        </p:txBody>
      </p:sp>
      <p:cxnSp>
        <p:nvCxnSpPr>
          <p:cNvPr id="9" name="Straight Connector 8">
            <a:extLst>
              <a:ext uri="{FF2B5EF4-FFF2-40B4-BE49-F238E27FC236}">
                <a16:creationId xmlns:a16="http://schemas.microsoft.com/office/drawing/2014/main" id="{EC4521DE-248E-440D-AAD6-FD9E7D34B3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5285" y="0"/>
            <a:ext cx="0" cy="685800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42C13FA-4C0F-42D0-9626-5BA6040D8C3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6252485"/>
            <a:ext cx="12192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70699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977F4A02A317C42B024828369745087" ma:contentTypeVersion="1" ma:contentTypeDescription="Create a new document." ma:contentTypeScope="" ma:versionID="c4dd34d2f253302d809d0638651758a5">
  <xsd:schema xmlns:xsd="http://www.w3.org/2001/XMLSchema" xmlns:xs="http://www.w3.org/2001/XMLSchema" xmlns:p="http://schemas.microsoft.com/office/2006/metadata/properties" xmlns:ns3="19149eaa-78a7-4c13-bd81-fa7ad81bba69" targetNamespace="http://schemas.microsoft.com/office/2006/metadata/properties" ma:root="true" ma:fieldsID="b1f8b89e39192d90fca2f9d2c18adb86" ns3:_="">
    <xsd:import namespace="19149eaa-78a7-4c13-bd81-fa7ad81bba69"/>
    <xsd:element name="properties">
      <xsd:complexType>
        <xsd:sequence>
          <xsd:element name="documentManagement">
            <xsd:complexType>
              <xsd:all>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9149eaa-78a7-4c13-bd81-fa7ad81bba69"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D815BB1-DFC0-4E1E-9A9F-1CA2AA9A35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9149eaa-78a7-4c13-bd81-fa7ad81bba6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43A19D8-B8BC-41EF-B29F-C5418F08156C}">
  <ds:schemaRefs>
    <ds:schemaRef ds:uri="http://schemas.microsoft.com/sharepoint/v3/contenttype/forms"/>
  </ds:schemaRefs>
</ds:datastoreItem>
</file>

<file path=customXml/itemProps3.xml><?xml version="1.0" encoding="utf-8"?>
<ds:datastoreItem xmlns:ds="http://schemas.openxmlformats.org/officeDocument/2006/customXml" ds:itemID="{4022A0F6-B6FD-4379-AC99-1FBF977FED2B}">
  <ds:schemaRefs>
    <ds:schemaRef ds:uri="http://purl.org/dc/elements/1.1/"/>
    <ds:schemaRef ds:uri="http://schemas.microsoft.com/office/2006/metadata/properties"/>
    <ds:schemaRef ds:uri="http://purl.org/dc/dcmitype/"/>
    <ds:schemaRef ds:uri="http://purl.org/dc/terms/"/>
    <ds:schemaRef ds:uri="http://www.w3.org/XML/1998/namespace"/>
    <ds:schemaRef ds:uri="http://schemas.microsoft.com/office/2006/documentManagement/types"/>
    <ds:schemaRef ds:uri="http://schemas.microsoft.com/office/infopath/2007/PartnerControls"/>
    <ds:schemaRef ds:uri="http://schemas.openxmlformats.org/package/2006/metadata/core-properties"/>
    <ds:schemaRef ds:uri="19149eaa-78a7-4c13-bd81-fa7ad81bba69"/>
  </ds:schemaRefs>
</ds:datastoreItem>
</file>

<file path=docProps/app.xml><?xml version="1.0" encoding="utf-8"?>
<Properties xmlns="http://schemas.openxmlformats.org/officeDocument/2006/extended-properties" xmlns:vt="http://schemas.openxmlformats.org/officeDocument/2006/docPropsVTypes">
  <Template/>
  <TotalTime>596</TotalTime>
  <Words>571</Words>
  <Application>Microsoft Office PowerPoint</Application>
  <PresentationFormat>Widescreen</PresentationFormat>
  <Paragraphs>66</Paragraphs>
  <Slides>12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Aptos Display</vt:lpstr>
      <vt:lpstr>Arial</vt:lpstr>
      <vt:lpstr>Calibri</vt:lpstr>
      <vt:lpstr>Office Theme</vt:lpstr>
      <vt:lpstr>Which Car Performance &amp; Race Strategy Factors Best Predict a Driver’s Finishing Position? </vt:lpstr>
      <vt:lpstr>Overview</vt:lpstr>
      <vt:lpstr>Purpose of Dataset</vt:lpstr>
      <vt:lpstr>Potential Users and Applications</vt:lpstr>
      <vt:lpstr>Source of Data</vt:lpstr>
      <vt:lpstr>Approach to Acquiring Data</vt:lpstr>
      <vt:lpstr>Approach to Preprocessing Data</vt:lpstr>
      <vt:lpstr>Distribution Approach</vt:lpstr>
      <vt:lpstr>Discussion of Access Rights</vt:lpstr>
      <vt:lpstr>Issues and Limitations</vt:lpstr>
      <vt:lpstr>Team and Contributions</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MacLellan,Christopher</dc:creator>
  <cp:lastModifiedBy>Nguyen,Quang</cp:lastModifiedBy>
  <cp:revision>5</cp:revision>
  <dcterms:created xsi:type="dcterms:W3CDTF">2020-11-27T17:46:31Z</dcterms:created>
  <dcterms:modified xsi:type="dcterms:W3CDTF">2026-06-03T23:18:14Z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0x0101001977F4A02A317C42B024828369745087</vt:lpwstr>
  </property>
</Properties>
</file>