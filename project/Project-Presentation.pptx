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4"/>
  </p:sldMasterIdLst>
  <p:notesMasterIdLst>
    <p:notesMasterId r:id="rId17"/>
  </p:notesMasterIdLst>
  <p:sldIdLst>
    <p:sldId id="256" r:id="rId5"/>
    <p:sldId id="257" r:id="rId6"/>
    <p:sldId id="266" r:id="rId7"/>
    <p:sldId id="259" r:id="rId8"/>
    <p:sldId id="258" r:id="rId9"/>
    <p:sldId id="260" r:id="rId10"/>
    <p:sldId id="263" r:id="rId11"/>
    <p:sldId id="261" r:id="rId12"/>
    <p:sldId id="264" r:id="rId13"/>
    <p:sldId id="262" r:id="rId14"/>
    <p:sldId id="265" r:id="rId15"/>
    <p:sldId id="26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5A600D-6620-44DA-99F8-5D643D911C76}" v="1" dt="2026-06-03T21:58:28.9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482" autoAdjust="0"/>
    <p:restoredTop sz="83500" autoAdjust="0"/>
  </p:normalViewPr>
  <p:slideViewPr>
    <p:cSldViewPr snapToGrid="0" snapToObjects="1">
      <p:cViewPr varScale="1">
        <p:scale>
          <a:sx n="101" d="100"/>
          <a:sy n="101" d="100"/>
        </p:scale>
        <p:origin x="552"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en,Quang" userId="23891ed8-be2c-452b-90d3-fcb364b9bbff" providerId="ADAL" clId="{34BD0BAB-0731-4425-A030-A15B82932F5E}"/>
    <pc:docChg chg="modSld">
      <pc:chgData name="Nguyen,Quang" userId="23891ed8-be2c-452b-90d3-fcb364b9bbff" providerId="ADAL" clId="{34BD0BAB-0731-4425-A030-A15B82932F5E}" dt="2026-06-04T17:00:26.323" v="37" actId="20577"/>
      <pc:docMkLst>
        <pc:docMk/>
      </pc:docMkLst>
      <pc:sldChg chg="modSp mod modNotesTx">
        <pc:chgData name="Nguyen,Quang" userId="23891ed8-be2c-452b-90d3-fcb364b9bbff" providerId="ADAL" clId="{34BD0BAB-0731-4425-A030-A15B82932F5E}" dt="2026-06-04T17:00:26.323" v="37" actId="20577"/>
        <pc:sldMkLst>
          <pc:docMk/>
          <pc:sldMk cId="3298431866" sldId="258"/>
        </pc:sldMkLst>
        <pc:spChg chg="mod">
          <ac:chgData name="Nguyen,Quang" userId="23891ed8-be2c-452b-90d3-fcb364b9bbff" providerId="ADAL" clId="{34BD0BAB-0731-4425-A030-A15B82932F5E}" dt="2026-06-04T17:00:26.323" v="37" actId="20577"/>
          <ac:spMkLst>
            <pc:docMk/>
            <pc:sldMk cId="3298431866" sldId="258"/>
            <ac:spMk id="3" creationId="{69AB92F3-2775-4B46-A098-FE988824A88C}"/>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ata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ata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4_2">
  <dgm:title val=""/>
  <dgm:desc val=""/>
  <dgm:catLst>
    <dgm:cat type="accent4" pri="14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a:alpha val="0"/>
      </a:schemeClr>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38D98-3397-417D-8C31-37D681793AE1}" type="doc">
      <dgm:prSet loTypeId="urn:microsoft.com/office/officeart/2018/2/layout/Icon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C95AAC77-7475-4647-A1A2-4CF542DD27C5}">
      <dgm:prSet/>
      <dgm:spPr/>
      <dgm:t>
        <a:bodyPr/>
        <a:lstStyle/>
        <a:p>
          <a:pPr>
            <a:lnSpc>
              <a:spcPct val="100000"/>
            </a:lnSpc>
          </a:pPr>
          <a:r>
            <a:rPr lang="en-US" dirty="0"/>
            <a:t>Sports Broadcasters developing predictive models for future race performance outcomes</a:t>
          </a:r>
        </a:p>
      </dgm:t>
    </dgm:pt>
    <dgm:pt modelId="{17A93458-3FBB-446A-B090-CE0E879666DA}" type="parTrans" cxnId="{9BCE0042-4750-40F0-B284-53D767464D11}">
      <dgm:prSet/>
      <dgm:spPr/>
      <dgm:t>
        <a:bodyPr/>
        <a:lstStyle/>
        <a:p>
          <a:endParaRPr lang="en-US"/>
        </a:p>
      </dgm:t>
    </dgm:pt>
    <dgm:pt modelId="{2D81FD5B-604E-4EF6-A228-8BCD02072A4E}" type="sibTrans" cxnId="{9BCE0042-4750-40F0-B284-53D767464D11}">
      <dgm:prSet/>
      <dgm:spPr/>
      <dgm:t>
        <a:bodyPr/>
        <a:lstStyle/>
        <a:p>
          <a:pPr>
            <a:lnSpc>
              <a:spcPct val="100000"/>
            </a:lnSpc>
          </a:pPr>
          <a:endParaRPr lang="en-US"/>
        </a:p>
      </dgm:t>
    </dgm:pt>
    <dgm:pt modelId="{E5A3D98F-EB62-4E1B-B7A9-A844CB8426CB}">
      <dgm:prSet/>
      <dgm:spPr/>
      <dgm:t>
        <a:bodyPr/>
        <a:lstStyle/>
        <a:p>
          <a:pPr>
            <a:lnSpc>
              <a:spcPct val="100000"/>
            </a:lnSpc>
          </a:pPr>
          <a:r>
            <a:rPr lang="en-US"/>
            <a:t>F1 Pit Crew optimizing race strategy, tire management, and pit stop timing. </a:t>
          </a:r>
        </a:p>
      </dgm:t>
    </dgm:pt>
    <dgm:pt modelId="{B3D4780E-4C32-43A8-B1BA-380A9F46E29A}" type="parTrans" cxnId="{A40EE0DE-0D1A-4238-945C-03C9AEB5902D}">
      <dgm:prSet/>
      <dgm:spPr/>
      <dgm:t>
        <a:bodyPr/>
        <a:lstStyle/>
        <a:p>
          <a:endParaRPr lang="en-US"/>
        </a:p>
      </dgm:t>
    </dgm:pt>
    <dgm:pt modelId="{90C4FD83-EF98-413A-8AF4-E309B35FA45E}" type="sibTrans" cxnId="{A40EE0DE-0D1A-4238-945C-03C9AEB5902D}">
      <dgm:prSet/>
      <dgm:spPr/>
      <dgm:t>
        <a:bodyPr/>
        <a:lstStyle/>
        <a:p>
          <a:pPr>
            <a:lnSpc>
              <a:spcPct val="100000"/>
            </a:lnSpc>
          </a:pPr>
          <a:endParaRPr lang="en-US"/>
        </a:p>
      </dgm:t>
    </dgm:pt>
    <dgm:pt modelId="{2D70FECD-BAC7-4C8A-BBB3-892EDA26D456}">
      <dgm:prSet/>
      <dgm:spPr/>
      <dgm:t>
        <a:bodyPr/>
        <a:lstStyle/>
        <a:p>
          <a:pPr>
            <a:lnSpc>
              <a:spcPct val="100000"/>
            </a:lnSpc>
          </a:pPr>
          <a:r>
            <a:rPr lang="en-US" dirty="0"/>
            <a:t>Sports analytics researchers studying performance optimization </a:t>
          </a:r>
        </a:p>
      </dgm:t>
    </dgm:pt>
    <dgm:pt modelId="{77D695A2-1197-49CE-B934-F063F7133FC8}" type="parTrans" cxnId="{D1637C1D-9BE4-4A5A-86A3-A43209FAE68D}">
      <dgm:prSet/>
      <dgm:spPr/>
      <dgm:t>
        <a:bodyPr/>
        <a:lstStyle/>
        <a:p>
          <a:endParaRPr lang="en-US"/>
        </a:p>
      </dgm:t>
    </dgm:pt>
    <dgm:pt modelId="{3FF24D16-73FD-49F7-AD56-3202FA034144}" type="sibTrans" cxnId="{D1637C1D-9BE4-4A5A-86A3-A43209FAE68D}">
      <dgm:prSet/>
      <dgm:spPr/>
      <dgm:t>
        <a:bodyPr/>
        <a:lstStyle/>
        <a:p>
          <a:pPr>
            <a:lnSpc>
              <a:spcPct val="100000"/>
            </a:lnSpc>
          </a:pPr>
          <a:endParaRPr lang="en-US"/>
        </a:p>
      </dgm:t>
    </dgm:pt>
    <dgm:pt modelId="{25767163-9B41-4006-B271-223074B6BB1F}">
      <dgm:prSet/>
      <dgm:spPr/>
      <dgm:t>
        <a:bodyPr/>
        <a:lstStyle/>
        <a:p>
          <a:pPr>
            <a:lnSpc>
              <a:spcPct val="100000"/>
            </a:lnSpc>
          </a:pPr>
          <a:r>
            <a:rPr lang="en-US" dirty="0"/>
            <a:t>App developers creating predictive tools for fan engagement</a:t>
          </a:r>
        </a:p>
      </dgm:t>
    </dgm:pt>
    <dgm:pt modelId="{B2179F7F-D15E-45E5-B87C-7A89018AC830}" type="parTrans" cxnId="{BF51F56D-2744-4B5D-9D35-582AC8ECE445}">
      <dgm:prSet/>
      <dgm:spPr/>
      <dgm:t>
        <a:bodyPr/>
        <a:lstStyle/>
        <a:p>
          <a:endParaRPr lang="en-US"/>
        </a:p>
      </dgm:t>
    </dgm:pt>
    <dgm:pt modelId="{719D0A8C-2BBA-4695-A376-49781BC80DCF}" type="sibTrans" cxnId="{BF51F56D-2744-4B5D-9D35-582AC8ECE445}">
      <dgm:prSet/>
      <dgm:spPr/>
      <dgm:t>
        <a:bodyPr/>
        <a:lstStyle/>
        <a:p>
          <a:endParaRPr lang="en-US"/>
        </a:p>
      </dgm:t>
    </dgm:pt>
    <dgm:pt modelId="{EACEB1CB-099D-4ED6-88F9-DFE041BE689A}" type="pres">
      <dgm:prSet presAssocID="{A6238D98-3397-417D-8C31-37D681793AE1}" presName="root" presStyleCnt="0">
        <dgm:presLayoutVars>
          <dgm:dir/>
          <dgm:resizeHandles val="exact"/>
        </dgm:presLayoutVars>
      </dgm:prSet>
      <dgm:spPr/>
    </dgm:pt>
    <dgm:pt modelId="{D10F10EA-1320-46D4-81C2-425A46BCD0F9}" type="pres">
      <dgm:prSet presAssocID="{C95AAC77-7475-4647-A1A2-4CF542DD27C5}" presName="compNode" presStyleCnt="0"/>
      <dgm:spPr/>
    </dgm:pt>
    <dgm:pt modelId="{C40A1F33-2F3E-41F3-B85C-BED3FD4FB3BD}" type="pres">
      <dgm:prSet presAssocID="{C95AAC77-7475-4647-A1A2-4CF542DD27C5}"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occer"/>
        </a:ext>
      </dgm:extLst>
    </dgm:pt>
    <dgm:pt modelId="{70C5BD33-BDB3-42DE-B8BE-2D159E02CEC2}" type="pres">
      <dgm:prSet presAssocID="{C95AAC77-7475-4647-A1A2-4CF542DD27C5}" presName="spaceRect" presStyleCnt="0"/>
      <dgm:spPr/>
    </dgm:pt>
    <dgm:pt modelId="{2AC7A54B-343F-4DDD-813D-4D1F04C7C2BD}" type="pres">
      <dgm:prSet presAssocID="{C95AAC77-7475-4647-A1A2-4CF542DD27C5}" presName="textRect" presStyleLbl="revTx" presStyleIdx="0" presStyleCnt="4">
        <dgm:presLayoutVars>
          <dgm:chMax val="1"/>
          <dgm:chPref val="1"/>
        </dgm:presLayoutVars>
      </dgm:prSet>
      <dgm:spPr/>
    </dgm:pt>
    <dgm:pt modelId="{C363F825-D5F9-4452-867C-8A8CA1A8ADF9}" type="pres">
      <dgm:prSet presAssocID="{2D81FD5B-604E-4EF6-A228-8BCD02072A4E}" presName="sibTrans" presStyleCnt="0"/>
      <dgm:spPr/>
    </dgm:pt>
    <dgm:pt modelId="{45B43B55-05E9-434A-83EC-C2970E95E969}" type="pres">
      <dgm:prSet presAssocID="{E5A3D98F-EB62-4E1B-B7A9-A844CB8426CB}" presName="compNode" presStyleCnt="0"/>
      <dgm:spPr/>
    </dgm:pt>
    <dgm:pt modelId="{CDFAB8C2-B9DF-4EC9-82C9-67AE29A555A5}" type="pres">
      <dgm:prSet presAssocID="{E5A3D98F-EB62-4E1B-B7A9-A844CB8426C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ears"/>
        </a:ext>
      </dgm:extLst>
    </dgm:pt>
    <dgm:pt modelId="{0F180D80-E103-43C2-B3E3-98FAA2790400}" type="pres">
      <dgm:prSet presAssocID="{E5A3D98F-EB62-4E1B-B7A9-A844CB8426CB}" presName="spaceRect" presStyleCnt="0"/>
      <dgm:spPr/>
    </dgm:pt>
    <dgm:pt modelId="{898D9A10-AD0D-4951-BC2D-BBBBD0C38C51}" type="pres">
      <dgm:prSet presAssocID="{E5A3D98F-EB62-4E1B-B7A9-A844CB8426CB}" presName="textRect" presStyleLbl="revTx" presStyleIdx="1" presStyleCnt="4">
        <dgm:presLayoutVars>
          <dgm:chMax val="1"/>
          <dgm:chPref val="1"/>
        </dgm:presLayoutVars>
      </dgm:prSet>
      <dgm:spPr/>
    </dgm:pt>
    <dgm:pt modelId="{81DABABA-47DC-4673-972B-BAC9419A4246}" type="pres">
      <dgm:prSet presAssocID="{90C4FD83-EF98-413A-8AF4-E309B35FA45E}" presName="sibTrans" presStyleCnt="0"/>
      <dgm:spPr/>
    </dgm:pt>
    <dgm:pt modelId="{B68D6E26-D9FF-48B0-B0F5-ED33868446FF}" type="pres">
      <dgm:prSet presAssocID="{2D70FECD-BAC7-4C8A-BBB3-892EDA26D456}" presName="compNode" presStyleCnt="0"/>
      <dgm:spPr/>
    </dgm:pt>
    <dgm:pt modelId="{BAF60662-3738-45E5-A57E-7E2E31EAB3F1}" type="pres">
      <dgm:prSet presAssocID="{2D70FECD-BAC7-4C8A-BBB3-892EDA26D45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r chart"/>
        </a:ext>
      </dgm:extLst>
    </dgm:pt>
    <dgm:pt modelId="{BCFB16D2-E4DB-4444-9CCE-69CB3664D076}" type="pres">
      <dgm:prSet presAssocID="{2D70FECD-BAC7-4C8A-BBB3-892EDA26D456}" presName="spaceRect" presStyleCnt="0"/>
      <dgm:spPr/>
    </dgm:pt>
    <dgm:pt modelId="{8440C8F7-6FDE-47EE-80E5-642FC879AC08}" type="pres">
      <dgm:prSet presAssocID="{2D70FECD-BAC7-4C8A-BBB3-892EDA26D456}" presName="textRect" presStyleLbl="revTx" presStyleIdx="2" presStyleCnt="4">
        <dgm:presLayoutVars>
          <dgm:chMax val="1"/>
          <dgm:chPref val="1"/>
        </dgm:presLayoutVars>
      </dgm:prSet>
      <dgm:spPr/>
    </dgm:pt>
    <dgm:pt modelId="{61BB8F51-C749-4A93-9586-9ADFDC46746B}" type="pres">
      <dgm:prSet presAssocID="{3FF24D16-73FD-49F7-AD56-3202FA034144}" presName="sibTrans" presStyleCnt="0"/>
      <dgm:spPr/>
    </dgm:pt>
    <dgm:pt modelId="{012DACEC-40AA-4A2C-9334-D235BFD334D9}" type="pres">
      <dgm:prSet presAssocID="{25767163-9B41-4006-B271-223074B6BB1F}" presName="compNode" presStyleCnt="0"/>
      <dgm:spPr/>
    </dgm:pt>
    <dgm:pt modelId="{229CFA42-F320-4F2B-A2E6-E63E03943DB5}" type="pres">
      <dgm:prSet presAssocID="{25767163-9B41-4006-B271-223074B6BB1F}"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ers"/>
        </a:ext>
      </dgm:extLst>
    </dgm:pt>
    <dgm:pt modelId="{EFA4C3C8-9C42-4501-A42C-5F7DAA8140EA}" type="pres">
      <dgm:prSet presAssocID="{25767163-9B41-4006-B271-223074B6BB1F}" presName="spaceRect" presStyleCnt="0"/>
      <dgm:spPr/>
    </dgm:pt>
    <dgm:pt modelId="{D7459F6A-BE96-4340-A27F-6DCE0BC041F8}" type="pres">
      <dgm:prSet presAssocID="{25767163-9B41-4006-B271-223074B6BB1F}" presName="textRect" presStyleLbl="revTx" presStyleIdx="3" presStyleCnt="4">
        <dgm:presLayoutVars>
          <dgm:chMax val="1"/>
          <dgm:chPref val="1"/>
        </dgm:presLayoutVars>
      </dgm:prSet>
      <dgm:spPr/>
    </dgm:pt>
  </dgm:ptLst>
  <dgm:cxnLst>
    <dgm:cxn modelId="{D1637C1D-9BE4-4A5A-86A3-A43209FAE68D}" srcId="{A6238D98-3397-417D-8C31-37D681793AE1}" destId="{2D70FECD-BAC7-4C8A-BBB3-892EDA26D456}" srcOrd="2" destOrd="0" parTransId="{77D695A2-1197-49CE-B934-F063F7133FC8}" sibTransId="{3FF24D16-73FD-49F7-AD56-3202FA034144}"/>
    <dgm:cxn modelId="{48C45B36-0580-40D6-97DD-A08E2AECC8A0}" type="presOf" srcId="{A6238D98-3397-417D-8C31-37D681793AE1}" destId="{EACEB1CB-099D-4ED6-88F9-DFE041BE689A}" srcOrd="0" destOrd="0" presId="urn:microsoft.com/office/officeart/2018/2/layout/IconLabelList"/>
    <dgm:cxn modelId="{11532039-A4C0-441F-90DB-EC8AD2E56A07}" type="presOf" srcId="{25767163-9B41-4006-B271-223074B6BB1F}" destId="{D7459F6A-BE96-4340-A27F-6DCE0BC041F8}" srcOrd="0" destOrd="0" presId="urn:microsoft.com/office/officeart/2018/2/layout/IconLabelList"/>
    <dgm:cxn modelId="{C531573B-3895-4501-8FEC-D608999A24FF}" type="presOf" srcId="{E5A3D98F-EB62-4E1B-B7A9-A844CB8426CB}" destId="{898D9A10-AD0D-4951-BC2D-BBBBD0C38C51}" srcOrd="0" destOrd="0" presId="urn:microsoft.com/office/officeart/2018/2/layout/IconLabelList"/>
    <dgm:cxn modelId="{9BCE0042-4750-40F0-B284-53D767464D11}" srcId="{A6238D98-3397-417D-8C31-37D681793AE1}" destId="{C95AAC77-7475-4647-A1A2-4CF542DD27C5}" srcOrd="0" destOrd="0" parTransId="{17A93458-3FBB-446A-B090-CE0E879666DA}" sibTransId="{2D81FD5B-604E-4EF6-A228-8BCD02072A4E}"/>
    <dgm:cxn modelId="{BF51F56D-2744-4B5D-9D35-582AC8ECE445}" srcId="{A6238D98-3397-417D-8C31-37D681793AE1}" destId="{25767163-9B41-4006-B271-223074B6BB1F}" srcOrd="3" destOrd="0" parTransId="{B2179F7F-D15E-45E5-B87C-7A89018AC830}" sibTransId="{719D0A8C-2BBA-4695-A376-49781BC80DCF}"/>
    <dgm:cxn modelId="{6EDE888B-A09D-43F1-943A-0B13A4124CAF}" type="presOf" srcId="{2D70FECD-BAC7-4C8A-BBB3-892EDA26D456}" destId="{8440C8F7-6FDE-47EE-80E5-642FC879AC08}" srcOrd="0" destOrd="0" presId="urn:microsoft.com/office/officeart/2018/2/layout/IconLabelList"/>
    <dgm:cxn modelId="{5D99F598-52B5-4EAD-A524-12B9FD64D8EC}" type="presOf" srcId="{C95AAC77-7475-4647-A1A2-4CF542DD27C5}" destId="{2AC7A54B-343F-4DDD-813D-4D1F04C7C2BD}" srcOrd="0" destOrd="0" presId="urn:microsoft.com/office/officeart/2018/2/layout/IconLabelList"/>
    <dgm:cxn modelId="{A40EE0DE-0D1A-4238-945C-03C9AEB5902D}" srcId="{A6238D98-3397-417D-8C31-37D681793AE1}" destId="{E5A3D98F-EB62-4E1B-B7A9-A844CB8426CB}" srcOrd="1" destOrd="0" parTransId="{B3D4780E-4C32-43A8-B1BA-380A9F46E29A}" sibTransId="{90C4FD83-EF98-413A-8AF4-E309B35FA45E}"/>
    <dgm:cxn modelId="{71145F78-7131-4B06-B3D3-EB9E46CA4E4C}" type="presParOf" srcId="{EACEB1CB-099D-4ED6-88F9-DFE041BE689A}" destId="{D10F10EA-1320-46D4-81C2-425A46BCD0F9}" srcOrd="0" destOrd="0" presId="urn:microsoft.com/office/officeart/2018/2/layout/IconLabelList"/>
    <dgm:cxn modelId="{7801603D-4E91-4BB7-B5FA-BDF3E903B380}" type="presParOf" srcId="{D10F10EA-1320-46D4-81C2-425A46BCD0F9}" destId="{C40A1F33-2F3E-41F3-B85C-BED3FD4FB3BD}" srcOrd="0" destOrd="0" presId="urn:microsoft.com/office/officeart/2018/2/layout/IconLabelList"/>
    <dgm:cxn modelId="{5DF08BDA-7A7F-464F-9CC0-3373ADD97456}" type="presParOf" srcId="{D10F10EA-1320-46D4-81C2-425A46BCD0F9}" destId="{70C5BD33-BDB3-42DE-B8BE-2D159E02CEC2}" srcOrd="1" destOrd="0" presId="urn:microsoft.com/office/officeart/2018/2/layout/IconLabelList"/>
    <dgm:cxn modelId="{D415A822-3BCE-4122-BE1C-29BBE7D75DE4}" type="presParOf" srcId="{D10F10EA-1320-46D4-81C2-425A46BCD0F9}" destId="{2AC7A54B-343F-4DDD-813D-4D1F04C7C2BD}" srcOrd="2" destOrd="0" presId="urn:microsoft.com/office/officeart/2018/2/layout/IconLabelList"/>
    <dgm:cxn modelId="{D4311D94-5FC6-45AA-8116-09289DF90A75}" type="presParOf" srcId="{EACEB1CB-099D-4ED6-88F9-DFE041BE689A}" destId="{C363F825-D5F9-4452-867C-8A8CA1A8ADF9}" srcOrd="1" destOrd="0" presId="urn:microsoft.com/office/officeart/2018/2/layout/IconLabelList"/>
    <dgm:cxn modelId="{86F6AFE2-39F6-4CD0-A55C-0784E1E91BAA}" type="presParOf" srcId="{EACEB1CB-099D-4ED6-88F9-DFE041BE689A}" destId="{45B43B55-05E9-434A-83EC-C2970E95E969}" srcOrd="2" destOrd="0" presId="urn:microsoft.com/office/officeart/2018/2/layout/IconLabelList"/>
    <dgm:cxn modelId="{6430BE77-E6E6-4F38-9FBF-3E553A759C18}" type="presParOf" srcId="{45B43B55-05E9-434A-83EC-C2970E95E969}" destId="{CDFAB8C2-B9DF-4EC9-82C9-67AE29A555A5}" srcOrd="0" destOrd="0" presId="urn:microsoft.com/office/officeart/2018/2/layout/IconLabelList"/>
    <dgm:cxn modelId="{078EA7FE-2DAD-439B-B864-FA65C5388DDA}" type="presParOf" srcId="{45B43B55-05E9-434A-83EC-C2970E95E969}" destId="{0F180D80-E103-43C2-B3E3-98FAA2790400}" srcOrd="1" destOrd="0" presId="urn:microsoft.com/office/officeart/2018/2/layout/IconLabelList"/>
    <dgm:cxn modelId="{287D840A-04EC-480D-8876-133771D33838}" type="presParOf" srcId="{45B43B55-05E9-434A-83EC-C2970E95E969}" destId="{898D9A10-AD0D-4951-BC2D-BBBBD0C38C51}" srcOrd="2" destOrd="0" presId="urn:microsoft.com/office/officeart/2018/2/layout/IconLabelList"/>
    <dgm:cxn modelId="{0ED4A486-548B-41B8-89E8-295A60428686}" type="presParOf" srcId="{EACEB1CB-099D-4ED6-88F9-DFE041BE689A}" destId="{81DABABA-47DC-4673-972B-BAC9419A4246}" srcOrd="3" destOrd="0" presId="urn:microsoft.com/office/officeart/2018/2/layout/IconLabelList"/>
    <dgm:cxn modelId="{4B2610C2-E779-461C-A9D4-C4A2B3FC3064}" type="presParOf" srcId="{EACEB1CB-099D-4ED6-88F9-DFE041BE689A}" destId="{B68D6E26-D9FF-48B0-B0F5-ED33868446FF}" srcOrd="4" destOrd="0" presId="urn:microsoft.com/office/officeart/2018/2/layout/IconLabelList"/>
    <dgm:cxn modelId="{2C62A87D-F395-4D0D-B8E3-8C9EACC58BA0}" type="presParOf" srcId="{B68D6E26-D9FF-48B0-B0F5-ED33868446FF}" destId="{BAF60662-3738-45E5-A57E-7E2E31EAB3F1}" srcOrd="0" destOrd="0" presId="urn:microsoft.com/office/officeart/2018/2/layout/IconLabelList"/>
    <dgm:cxn modelId="{25AF6FB1-33DF-451F-B489-8C094E0D0D52}" type="presParOf" srcId="{B68D6E26-D9FF-48B0-B0F5-ED33868446FF}" destId="{BCFB16D2-E4DB-4444-9CCE-69CB3664D076}" srcOrd="1" destOrd="0" presId="urn:microsoft.com/office/officeart/2018/2/layout/IconLabelList"/>
    <dgm:cxn modelId="{8C0C8809-3B9E-4F4A-9810-61CB2772E222}" type="presParOf" srcId="{B68D6E26-D9FF-48B0-B0F5-ED33868446FF}" destId="{8440C8F7-6FDE-47EE-80E5-642FC879AC08}" srcOrd="2" destOrd="0" presId="urn:microsoft.com/office/officeart/2018/2/layout/IconLabelList"/>
    <dgm:cxn modelId="{584129E0-5B4E-4AD7-9947-2C88901B4416}" type="presParOf" srcId="{EACEB1CB-099D-4ED6-88F9-DFE041BE689A}" destId="{61BB8F51-C749-4A93-9586-9ADFDC46746B}" srcOrd="5" destOrd="0" presId="urn:microsoft.com/office/officeart/2018/2/layout/IconLabelList"/>
    <dgm:cxn modelId="{083A0184-9A12-470B-881D-C084330098FB}" type="presParOf" srcId="{EACEB1CB-099D-4ED6-88F9-DFE041BE689A}" destId="{012DACEC-40AA-4A2C-9334-D235BFD334D9}" srcOrd="6" destOrd="0" presId="urn:microsoft.com/office/officeart/2018/2/layout/IconLabelList"/>
    <dgm:cxn modelId="{6380C9CC-2800-4E21-AA63-A58A7C7A0F2C}" type="presParOf" srcId="{012DACEC-40AA-4A2C-9334-D235BFD334D9}" destId="{229CFA42-F320-4F2B-A2E6-E63E03943DB5}" srcOrd="0" destOrd="0" presId="urn:microsoft.com/office/officeart/2018/2/layout/IconLabelList"/>
    <dgm:cxn modelId="{F8E58247-BB53-440D-9375-45388C37DA03}" type="presParOf" srcId="{012DACEC-40AA-4A2C-9334-D235BFD334D9}" destId="{EFA4C3C8-9C42-4501-A42C-5F7DAA8140EA}" srcOrd="1" destOrd="0" presId="urn:microsoft.com/office/officeart/2018/2/layout/IconLabelList"/>
    <dgm:cxn modelId="{ABAA1666-8383-4F91-87AF-8027C8FE936D}" type="presParOf" srcId="{012DACEC-40AA-4A2C-9334-D235BFD334D9}" destId="{D7459F6A-BE96-4340-A27F-6DCE0BC041F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8DC386-AF88-4E10-8ECD-F4C65C5D7CB0}"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6D735AA-1E9A-42B0-A09E-EF7584407DEF}">
      <dgm:prSet/>
      <dgm:spPr/>
      <dgm:t>
        <a:bodyPr/>
        <a:lstStyle/>
        <a:p>
          <a:r>
            <a:rPr lang="en-US"/>
            <a:t>OpenF1 provides accessible motorsport data through its API</a:t>
          </a:r>
        </a:p>
      </dgm:t>
    </dgm:pt>
    <dgm:pt modelId="{4E4BDE34-DBD6-4835-B8AF-2CE8AFC10F17}" type="parTrans" cxnId="{A6887103-71BA-4995-8FF6-9CD2EB208E73}">
      <dgm:prSet/>
      <dgm:spPr/>
      <dgm:t>
        <a:bodyPr/>
        <a:lstStyle/>
        <a:p>
          <a:endParaRPr lang="en-US"/>
        </a:p>
      </dgm:t>
    </dgm:pt>
    <dgm:pt modelId="{7EC31BDB-FB22-4995-8353-043EE7F84427}" type="sibTrans" cxnId="{A6887103-71BA-4995-8FF6-9CD2EB208E73}">
      <dgm:prSet/>
      <dgm:spPr/>
      <dgm:t>
        <a:bodyPr/>
        <a:lstStyle/>
        <a:p>
          <a:endParaRPr lang="en-US"/>
        </a:p>
      </dgm:t>
    </dgm:pt>
    <dgm:pt modelId="{895F9974-56E4-4A5C-9CF3-EA0DB2FB3F9A}">
      <dgm:prSet/>
      <dgm:spPr/>
      <dgm:t>
        <a:bodyPr/>
        <a:lstStyle/>
        <a:p>
          <a:r>
            <a:rPr lang="en-US"/>
            <a:t>StatsF1 race results are publicly available online</a:t>
          </a:r>
        </a:p>
      </dgm:t>
    </dgm:pt>
    <dgm:pt modelId="{AD6DF720-61E2-4FAD-82DC-FB8EB552AB49}" type="parTrans" cxnId="{A9BCA1FD-64C3-4C4C-A974-CC96AA675C6D}">
      <dgm:prSet/>
      <dgm:spPr/>
      <dgm:t>
        <a:bodyPr/>
        <a:lstStyle/>
        <a:p>
          <a:endParaRPr lang="en-US"/>
        </a:p>
      </dgm:t>
    </dgm:pt>
    <dgm:pt modelId="{3AD2D033-AA63-4083-81D4-BBCC8191D22E}" type="sibTrans" cxnId="{A9BCA1FD-64C3-4C4C-A974-CC96AA675C6D}">
      <dgm:prSet/>
      <dgm:spPr/>
      <dgm:t>
        <a:bodyPr/>
        <a:lstStyle/>
        <a:p>
          <a:endParaRPr lang="en-US"/>
        </a:p>
      </dgm:t>
    </dgm:pt>
    <dgm:pt modelId="{728CEC6B-58F5-4224-9FC2-4F20E1A4951C}">
      <dgm:prSet/>
      <dgm:spPr/>
      <dgm:t>
        <a:bodyPr/>
        <a:lstStyle/>
        <a:p>
          <a:r>
            <a:rPr lang="en-US"/>
            <a:t>No personally identifiable information was collected</a:t>
          </a:r>
        </a:p>
      </dgm:t>
    </dgm:pt>
    <dgm:pt modelId="{877C7B29-356F-41C7-8073-5567A0967DE6}" type="parTrans" cxnId="{E0E1C1A1-5EEE-46BF-BC1C-2FCD271E28D2}">
      <dgm:prSet/>
      <dgm:spPr/>
      <dgm:t>
        <a:bodyPr/>
        <a:lstStyle/>
        <a:p>
          <a:endParaRPr lang="en-US"/>
        </a:p>
      </dgm:t>
    </dgm:pt>
    <dgm:pt modelId="{A14D3E89-B57F-4B22-899D-F89996B8F2A3}" type="sibTrans" cxnId="{E0E1C1A1-5EEE-46BF-BC1C-2FCD271E28D2}">
      <dgm:prSet/>
      <dgm:spPr/>
      <dgm:t>
        <a:bodyPr/>
        <a:lstStyle/>
        <a:p>
          <a:endParaRPr lang="en-US"/>
        </a:p>
      </dgm:t>
    </dgm:pt>
    <dgm:pt modelId="{B1F656B1-68C0-4BC5-8E4B-1F9B976C4341}" type="pres">
      <dgm:prSet presAssocID="{958DC386-AF88-4E10-8ECD-F4C65C5D7CB0}" presName="root" presStyleCnt="0">
        <dgm:presLayoutVars>
          <dgm:dir/>
          <dgm:resizeHandles val="exact"/>
        </dgm:presLayoutVars>
      </dgm:prSet>
      <dgm:spPr/>
    </dgm:pt>
    <dgm:pt modelId="{4735B2FE-7A57-40A6-B1F8-EB65BD351F14}" type="pres">
      <dgm:prSet presAssocID="{C6D735AA-1E9A-42B0-A09E-EF7584407DEF}" presName="compNode" presStyleCnt="0"/>
      <dgm:spPr/>
    </dgm:pt>
    <dgm:pt modelId="{BAC11AB0-851D-4C83-8E38-909574FDD3BE}" type="pres">
      <dgm:prSet presAssocID="{C6D735AA-1E9A-42B0-A09E-EF7584407DEF}" presName="bgRect" presStyleLbl="bgShp" presStyleIdx="0" presStyleCnt="3"/>
      <dgm:spPr/>
    </dgm:pt>
    <dgm:pt modelId="{DA8A6246-5EF7-4251-BC2E-F4747D59CC2C}" type="pres">
      <dgm:prSet presAssocID="{C6D735AA-1E9A-42B0-A09E-EF7584407DE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ar"/>
        </a:ext>
      </dgm:extLst>
    </dgm:pt>
    <dgm:pt modelId="{B2C311AC-F9E6-47AE-8E4E-7BF904662D85}" type="pres">
      <dgm:prSet presAssocID="{C6D735AA-1E9A-42B0-A09E-EF7584407DEF}" presName="spaceRect" presStyleCnt="0"/>
      <dgm:spPr/>
    </dgm:pt>
    <dgm:pt modelId="{E7587A18-5F65-4736-9F23-DD215DE5F453}" type="pres">
      <dgm:prSet presAssocID="{C6D735AA-1E9A-42B0-A09E-EF7584407DEF}" presName="parTx" presStyleLbl="revTx" presStyleIdx="0" presStyleCnt="3">
        <dgm:presLayoutVars>
          <dgm:chMax val="0"/>
          <dgm:chPref val="0"/>
        </dgm:presLayoutVars>
      </dgm:prSet>
      <dgm:spPr/>
    </dgm:pt>
    <dgm:pt modelId="{48A7E197-77BC-406D-8FC9-61967EA39F56}" type="pres">
      <dgm:prSet presAssocID="{7EC31BDB-FB22-4995-8353-043EE7F84427}" presName="sibTrans" presStyleCnt="0"/>
      <dgm:spPr/>
    </dgm:pt>
    <dgm:pt modelId="{5BDB6F9D-ECA8-4DDB-9F5F-E9F36B435767}" type="pres">
      <dgm:prSet presAssocID="{895F9974-56E4-4A5C-9CF3-EA0DB2FB3F9A}" presName="compNode" presStyleCnt="0"/>
      <dgm:spPr/>
    </dgm:pt>
    <dgm:pt modelId="{E487DB10-EDEC-4792-B97A-DB06BFA04D5D}" type="pres">
      <dgm:prSet presAssocID="{895F9974-56E4-4A5C-9CF3-EA0DB2FB3F9A}" presName="bgRect" presStyleLbl="bgShp" presStyleIdx="1" presStyleCnt="3"/>
      <dgm:spPr/>
    </dgm:pt>
    <dgm:pt modelId="{158419C4-91C0-4E0C-A4F0-EFC2F29929A4}" type="pres">
      <dgm:prSet presAssocID="{895F9974-56E4-4A5C-9CF3-EA0DB2FB3F9A}"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aptop"/>
        </a:ext>
      </dgm:extLst>
    </dgm:pt>
    <dgm:pt modelId="{2EFF78B6-1229-40C7-8AE5-1F456378FB9F}" type="pres">
      <dgm:prSet presAssocID="{895F9974-56E4-4A5C-9CF3-EA0DB2FB3F9A}" presName="spaceRect" presStyleCnt="0"/>
      <dgm:spPr/>
    </dgm:pt>
    <dgm:pt modelId="{01A49474-AC05-488E-9524-4A3FE452885F}" type="pres">
      <dgm:prSet presAssocID="{895F9974-56E4-4A5C-9CF3-EA0DB2FB3F9A}" presName="parTx" presStyleLbl="revTx" presStyleIdx="1" presStyleCnt="3">
        <dgm:presLayoutVars>
          <dgm:chMax val="0"/>
          <dgm:chPref val="0"/>
        </dgm:presLayoutVars>
      </dgm:prSet>
      <dgm:spPr/>
    </dgm:pt>
    <dgm:pt modelId="{6E5B945F-F3EE-431F-8A1B-9509040FD54F}" type="pres">
      <dgm:prSet presAssocID="{3AD2D033-AA63-4083-81D4-BBCC8191D22E}" presName="sibTrans" presStyleCnt="0"/>
      <dgm:spPr/>
    </dgm:pt>
    <dgm:pt modelId="{FAA8BA95-FF2D-4D77-A79F-A58345E99CD2}" type="pres">
      <dgm:prSet presAssocID="{728CEC6B-58F5-4224-9FC2-4F20E1A4951C}" presName="compNode" presStyleCnt="0"/>
      <dgm:spPr/>
    </dgm:pt>
    <dgm:pt modelId="{D0C0F73F-0FA9-4E53-B5C5-D4AF58DBCAC9}" type="pres">
      <dgm:prSet presAssocID="{728CEC6B-58F5-4224-9FC2-4F20E1A4951C}" presName="bgRect" presStyleLbl="bgShp" presStyleIdx="2" presStyleCnt="3"/>
      <dgm:spPr/>
    </dgm:pt>
    <dgm:pt modelId="{D9CE7E64-0F7E-4729-98BE-F1B1813469CB}" type="pres">
      <dgm:prSet presAssocID="{728CEC6B-58F5-4224-9FC2-4F20E1A4951C}"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No sign"/>
        </a:ext>
      </dgm:extLst>
    </dgm:pt>
    <dgm:pt modelId="{DA756072-F5A6-4D37-92CA-92691CE382FE}" type="pres">
      <dgm:prSet presAssocID="{728CEC6B-58F5-4224-9FC2-4F20E1A4951C}" presName="spaceRect" presStyleCnt="0"/>
      <dgm:spPr/>
    </dgm:pt>
    <dgm:pt modelId="{EF181EE0-B686-4296-A81D-AF440E01A3BA}" type="pres">
      <dgm:prSet presAssocID="{728CEC6B-58F5-4224-9FC2-4F20E1A4951C}" presName="parTx" presStyleLbl="revTx" presStyleIdx="2" presStyleCnt="3">
        <dgm:presLayoutVars>
          <dgm:chMax val="0"/>
          <dgm:chPref val="0"/>
        </dgm:presLayoutVars>
      </dgm:prSet>
      <dgm:spPr/>
    </dgm:pt>
  </dgm:ptLst>
  <dgm:cxnLst>
    <dgm:cxn modelId="{A6887103-71BA-4995-8FF6-9CD2EB208E73}" srcId="{958DC386-AF88-4E10-8ECD-F4C65C5D7CB0}" destId="{C6D735AA-1E9A-42B0-A09E-EF7584407DEF}" srcOrd="0" destOrd="0" parTransId="{4E4BDE34-DBD6-4835-B8AF-2CE8AFC10F17}" sibTransId="{7EC31BDB-FB22-4995-8353-043EE7F84427}"/>
    <dgm:cxn modelId="{480E1B30-87A2-4E63-923F-4D8CA2A327B8}" type="presOf" srcId="{728CEC6B-58F5-4224-9FC2-4F20E1A4951C}" destId="{EF181EE0-B686-4296-A81D-AF440E01A3BA}" srcOrd="0" destOrd="0" presId="urn:microsoft.com/office/officeart/2018/2/layout/IconVerticalSolidList"/>
    <dgm:cxn modelId="{9A694F6B-26EA-4753-845F-7AA8B2238B68}" type="presOf" srcId="{C6D735AA-1E9A-42B0-A09E-EF7584407DEF}" destId="{E7587A18-5F65-4736-9F23-DD215DE5F453}" srcOrd="0" destOrd="0" presId="urn:microsoft.com/office/officeart/2018/2/layout/IconVerticalSolidList"/>
    <dgm:cxn modelId="{E0E1C1A1-5EEE-46BF-BC1C-2FCD271E28D2}" srcId="{958DC386-AF88-4E10-8ECD-F4C65C5D7CB0}" destId="{728CEC6B-58F5-4224-9FC2-4F20E1A4951C}" srcOrd="2" destOrd="0" parTransId="{877C7B29-356F-41C7-8073-5567A0967DE6}" sibTransId="{A14D3E89-B57F-4B22-899D-F89996B8F2A3}"/>
    <dgm:cxn modelId="{AF802FE1-69DB-403F-90CD-D84166C72A7C}" type="presOf" srcId="{958DC386-AF88-4E10-8ECD-F4C65C5D7CB0}" destId="{B1F656B1-68C0-4BC5-8E4B-1F9B976C4341}" srcOrd="0" destOrd="0" presId="urn:microsoft.com/office/officeart/2018/2/layout/IconVerticalSolidList"/>
    <dgm:cxn modelId="{4EEDABF4-2000-4FBC-93DE-84DA28EFD770}" type="presOf" srcId="{895F9974-56E4-4A5C-9CF3-EA0DB2FB3F9A}" destId="{01A49474-AC05-488E-9524-4A3FE452885F}" srcOrd="0" destOrd="0" presId="urn:microsoft.com/office/officeart/2018/2/layout/IconVerticalSolidList"/>
    <dgm:cxn modelId="{A9BCA1FD-64C3-4C4C-A974-CC96AA675C6D}" srcId="{958DC386-AF88-4E10-8ECD-F4C65C5D7CB0}" destId="{895F9974-56E4-4A5C-9CF3-EA0DB2FB3F9A}" srcOrd="1" destOrd="0" parTransId="{AD6DF720-61E2-4FAD-82DC-FB8EB552AB49}" sibTransId="{3AD2D033-AA63-4083-81D4-BBCC8191D22E}"/>
    <dgm:cxn modelId="{F93580BF-38F2-4C6C-BDC8-DFD37B585441}" type="presParOf" srcId="{B1F656B1-68C0-4BC5-8E4B-1F9B976C4341}" destId="{4735B2FE-7A57-40A6-B1F8-EB65BD351F14}" srcOrd="0" destOrd="0" presId="urn:microsoft.com/office/officeart/2018/2/layout/IconVerticalSolidList"/>
    <dgm:cxn modelId="{F0CCA44A-009B-427A-BA79-7C63950BD581}" type="presParOf" srcId="{4735B2FE-7A57-40A6-B1F8-EB65BD351F14}" destId="{BAC11AB0-851D-4C83-8E38-909574FDD3BE}" srcOrd="0" destOrd="0" presId="urn:microsoft.com/office/officeart/2018/2/layout/IconVerticalSolidList"/>
    <dgm:cxn modelId="{000A311B-B568-40B9-AE0A-77E075E88957}" type="presParOf" srcId="{4735B2FE-7A57-40A6-B1F8-EB65BD351F14}" destId="{DA8A6246-5EF7-4251-BC2E-F4747D59CC2C}" srcOrd="1" destOrd="0" presId="urn:microsoft.com/office/officeart/2018/2/layout/IconVerticalSolidList"/>
    <dgm:cxn modelId="{6FBD2304-AB19-4E63-8946-9ADA4225F52D}" type="presParOf" srcId="{4735B2FE-7A57-40A6-B1F8-EB65BD351F14}" destId="{B2C311AC-F9E6-47AE-8E4E-7BF904662D85}" srcOrd="2" destOrd="0" presId="urn:microsoft.com/office/officeart/2018/2/layout/IconVerticalSolidList"/>
    <dgm:cxn modelId="{740CF56A-7E52-428A-9ACC-27D55F103A95}" type="presParOf" srcId="{4735B2FE-7A57-40A6-B1F8-EB65BD351F14}" destId="{E7587A18-5F65-4736-9F23-DD215DE5F453}" srcOrd="3" destOrd="0" presId="urn:microsoft.com/office/officeart/2018/2/layout/IconVerticalSolidList"/>
    <dgm:cxn modelId="{6C7FBFCD-440E-4B0E-B474-B4DE4540F565}" type="presParOf" srcId="{B1F656B1-68C0-4BC5-8E4B-1F9B976C4341}" destId="{48A7E197-77BC-406D-8FC9-61967EA39F56}" srcOrd="1" destOrd="0" presId="urn:microsoft.com/office/officeart/2018/2/layout/IconVerticalSolidList"/>
    <dgm:cxn modelId="{B1E6FF33-343A-47D4-A42A-F6DB773C77C8}" type="presParOf" srcId="{B1F656B1-68C0-4BC5-8E4B-1F9B976C4341}" destId="{5BDB6F9D-ECA8-4DDB-9F5F-E9F36B435767}" srcOrd="2" destOrd="0" presId="urn:microsoft.com/office/officeart/2018/2/layout/IconVerticalSolidList"/>
    <dgm:cxn modelId="{04EBF05F-D18E-406D-B15E-112C241F4232}" type="presParOf" srcId="{5BDB6F9D-ECA8-4DDB-9F5F-E9F36B435767}" destId="{E487DB10-EDEC-4792-B97A-DB06BFA04D5D}" srcOrd="0" destOrd="0" presId="urn:microsoft.com/office/officeart/2018/2/layout/IconVerticalSolidList"/>
    <dgm:cxn modelId="{14D4B25B-BD6B-45AC-AB33-68BBB4B3FF6F}" type="presParOf" srcId="{5BDB6F9D-ECA8-4DDB-9F5F-E9F36B435767}" destId="{158419C4-91C0-4E0C-A4F0-EFC2F29929A4}" srcOrd="1" destOrd="0" presId="urn:microsoft.com/office/officeart/2018/2/layout/IconVerticalSolidList"/>
    <dgm:cxn modelId="{16079943-AC75-4204-8038-48DC36824B5C}" type="presParOf" srcId="{5BDB6F9D-ECA8-4DDB-9F5F-E9F36B435767}" destId="{2EFF78B6-1229-40C7-8AE5-1F456378FB9F}" srcOrd="2" destOrd="0" presId="urn:microsoft.com/office/officeart/2018/2/layout/IconVerticalSolidList"/>
    <dgm:cxn modelId="{9D940316-B44F-41CC-BB34-FE7C47FCF155}" type="presParOf" srcId="{5BDB6F9D-ECA8-4DDB-9F5F-E9F36B435767}" destId="{01A49474-AC05-488E-9524-4A3FE452885F}" srcOrd="3" destOrd="0" presId="urn:microsoft.com/office/officeart/2018/2/layout/IconVerticalSolidList"/>
    <dgm:cxn modelId="{ABC43EE9-FA1D-484E-9C70-A8C089714604}" type="presParOf" srcId="{B1F656B1-68C0-4BC5-8E4B-1F9B976C4341}" destId="{6E5B945F-F3EE-431F-8A1B-9509040FD54F}" srcOrd="3" destOrd="0" presId="urn:microsoft.com/office/officeart/2018/2/layout/IconVerticalSolidList"/>
    <dgm:cxn modelId="{118120AC-8F68-4015-A87C-067346F5EAF6}" type="presParOf" srcId="{B1F656B1-68C0-4BC5-8E4B-1F9B976C4341}" destId="{FAA8BA95-FF2D-4D77-A79F-A58345E99CD2}" srcOrd="4" destOrd="0" presId="urn:microsoft.com/office/officeart/2018/2/layout/IconVerticalSolidList"/>
    <dgm:cxn modelId="{70E718B0-845B-4537-8164-D69FB28D3104}" type="presParOf" srcId="{FAA8BA95-FF2D-4D77-A79F-A58345E99CD2}" destId="{D0C0F73F-0FA9-4E53-B5C5-D4AF58DBCAC9}" srcOrd="0" destOrd="0" presId="urn:microsoft.com/office/officeart/2018/2/layout/IconVerticalSolidList"/>
    <dgm:cxn modelId="{051C22FB-28E4-49E1-AF5C-C1AD291B8C69}" type="presParOf" srcId="{FAA8BA95-FF2D-4D77-A79F-A58345E99CD2}" destId="{D9CE7E64-0F7E-4729-98BE-F1B1813469CB}" srcOrd="1" destOrd="0" presId="urn:microsoft.com/office/officeart/2018/2/layout/IconVerticalSolidList"/>
    <dgm:cxn modelId="{64104E0A-72BC-4424-BBE9-BFA4D1770FB5}" type="presParOf" srcId="{FAA8BA95-FF2D-4D77-A79F-A58345E99CD2}" destId="{DA756072-F5A6-4D37-92CA-92691CE382FE}" srcOrd="2" destOrd="0" presId="urn:microsoft.com/office/officeart/2018/2/layout/IconVerticalSolidList"/>
    <dgm:cxn modelId="{A7F5609A-3F81-4C21-89C6-0FFE47EDF230}" type="presParOf" srcId="{FAA8BA95-FF2D-4D77-A79F-A58345E99CD2}" destId="{EF181EE0-B686-4296-A81D-AF440E01A3BA}"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7AA10B3-CC61-4C27-A913-E6EC938D846B}" type="doc">
      <dgm:prSet loTypeId="urn:microsoft.com/office/officeart/2018/2/layout/IconVerticalSolidList" loCatId="icon" qsTypeId="urn:microsoft.com/office/officeart/2005/8/quickstyle/simple1" qsCatId="simple" csTypeId="urn:microsoft.com/office/officeart/2018/5/colors/Iconchunking_neutralbg_accent4_2" csCatId="accent4" phldr="1"/>
      <dgm:spPr/>
      <dgm:t>
        <a:bodyPr/>
        <a:lstStyle/>
        <a:p>
          <a:endParaRPr lang="en-US"/>
        </a:p>
      </dgm:t>
    </dgm:pt>
    <dgm:pt modelId="{A71A2724-4D84-4A1A-88A7-9A3550062DE6}">
      <dgm:prSet/>
      <dgm:spPr/>
      <dgm:t>
        <a:bodyPr/>
        <a:lstStyle/>
        <a:p>
          <a:pPr>
            <a:lnSpc>
              <a:spcPct val="100000"/>
            </a:lnSpc>
          </a:pPr>
          <a:r>
            <a:rPr lang="en-US" b="1" dirty="0"/>
            <a:t> Minh Vo</a:t>
          </a:r>
          <a:endParaRPr lang="en-US" dirty="0"/>
        </a:p>
      </dgm:t>
    </dgm:pt>
    <dgm:pt modelId="{23BDB464-AC53-4776-829B-DAEF48D995F6}" type="parTrans" cxnId="{4C31FC63-B01B-4B08-A555-DE34D7A05C97}">
      <dgm:prSet/>
      <dgm:spPr/>
      <dgm:t>
        <a:bodyPr/>
        <a:lstStyle/>
        <a:p>
          <a:endParaRPr lang="en-US"/>
        </a:p>
      </dgm:t>
    </dgm:pt>
    <dgm:pt modelId="{5F9B104A-9586-4F97-83EC-715554F3B96D}" type="sibTrans" cxnId="{4C31FC63-B01B-4B08-A555-DE34D7A05C97}">
      <dgm:prSet/>
      <dgm:spPr/>
      <dgm:t>
        <a:bodyPr/>
        <a:lstStyle/>
        <a:p>
          <a:endParaRPr lang="en-US"/>
        </a:p>
      </dgm:t>
    </dgm:pt>
    <dgm:pt modelId="{31F9574E-C843-4D8F-B0C9-B270668C23CC}">
      <dgm:prSet/>
      <dgm:spPr/>
      <dgm:t>
        <a:bodyPr/>
        <a:lstStyle/>
        <a:p>
          <a:pPr>
            <a:lnSpc>
              <a:spcPct val="100000"/>
            </a:lnSpc>
          </a:pPr>
          <a:r>
            <a:rPr lang="en-US"/>
            <a:t>Data acquisition and preprocessing </a:t>
          </a:r>
        </a:p>
      </dgm:t>
    </dgm:pt>
    <dgm:pt modelId="{CA893D98-2CEB-497D-BE95-C208AAB06B5A}" type="parTrans" cxnId="{EA4DC667-A739-4B14-BF93-EF71113B99B5}">
      <dgm:prSet/>
      <dgm:spPr/>
      <dgm:t>
        <a:bodyPr/>
        <a:lstStyle/>
        <a:p>
          <a:endParaRPr lang="en-US"/>
        </a:p>
      </dgm:t>
    </dgm:pt>
    <dgm:pt modelId="{21D18BEC-4DBC-49DB-9B18-CE71F4F57370}" type="sibTrans" cxnId="{EA4DC667-A739-4B14-BF93-EF71113B99B5}">
      <dgm:prSet/>
      <dgm:spPr/>
      <dgm:t>
        <a:bodyPr/>
        <a:lstStyle/>
        <a:p>
          <a:endParaRPr lang="en-US"/>
        </a:p>
      </dgm:t>
    </dgm:pt>
    <dgm:pt modelId="{A5A10BF3-A296-4A82-B835-B287099B3278}">
      <dgm:prSet/>
      <dgm:spPr/>
      <dgm:t>
        <a:bodyPr/>
        <a:lstStyle/>
        <a:p>
          <a:pPr>
            <a:lnSpc>
              <a:spcPct val="100000"/>
            </a:lnSpc>
          </a:pPr>
          <a:r>
            <a:rPr lang="en-US"/>
            <a:t>Data integration and cleaning </a:t>
          </a:r>
        </a:p>
      </dgm:t>
    </dgm:pt>
    <dgm:pt modelId="{7B5DB35A-30B1-45DA-B240-2C484E352237}" type="parTrans" cxnId="{F08EFBC5-8A76-4B1A-BE05-6CC27CBFF3A2}">
      <dgm:prSet/>
      <dgm:spPr/>
      <dgm:t>
        <a:bodyPr/>
        <a:lstStyle/>
        <a:p>
          <a:endParaRPr lang="en-US"/>
        </a:p>
      </dgm:t>
    </dgm:pt>
    <dgm:pt modelId="{7BCC603A-F7A4-46ED-9C3C-FF73A7252846}" type="sibTrans" cxnId="{F08EFBC5-8A76-4B1A-BE05-6CC27CBFF3A2}">
      <dgm:prSet/>
      <dgm:spPr/>
      <dgm:t>
        <a:bodyPr/>
        <a:lstStyle/>
        <a:p>
          <a:endParaRPr lang="en-US"/>
        </a:p>
      </dgm:t>
    </dgm:pt>
    <dgm:pt modelId="{D402632D-0AC0-4151-AA28-88A232EC3517}">
      <dgm:prSet/>
      <dgm:spPr/>
      <dgm:t>
        <a:bodyPr/>
        <a:lstStyle/>
        <a:p>
          <a:pPr>
            <a:lnSpc>
              <a:spcPct val="100000"/>
            </a:lnSpc>
          </a:pPr>
          <a:r>
            <a:rPr lang="en-US" b="1" dirty="0"/>
            <a:t> Jewel Cooper</a:t>
          </a:r>
          <a:endParaRPr lang="en-US" dirty="0"/>
        </a:p>
      </dgm:t>
    </dgm:pt>
    <dgm:pt modelId="{AEDFE0A0-FD84-4DE0-9450-5FA57CAD2864}" type="parTrans" cxnId="{E9A1B0CE-B124-43A5-AE6F-EB84749B93D7}">
      <dgm:prSet/>
      <dgm:spPr/>
      <dgm:t>
        <a:bodyPr/>
        <a:lstStyle/>
        <a:p>
          <a:endParaRPr lang="en-US"/>
        </a:p>
      </dgm:t>
    </dgm:pt>
    <dgm:pt modelId="{65C19A13-89DB-4E75-9801-B35A15F179AF}" type="sibTrans" cxnId="{E9A1B0CE-B124-43A5-AE6F-EB84749B93D7}">
      <dgm:prSet/>
      <dgm:spPr/>
      <dgm:t>
        <a:bodyPr/>
        <a:lstStyle/>
        <a:p>
          <a:endParaRPr lang="en-US"/>
        </a:p>
      </dgm:t>
    </dgm:pt>
    <dgm:pt modelId="{CDEA14BB-631C-4C41-B1C2-CC65004BCF74}">
      <dgm:prSet/>
      <dgm:spPr/>
      <dgm:t>
        <a:bodyPr/>
        <a:lstStyle/>
        <a:p>
          <a:pPr>
            <a:lnSpc>
              <a:spcPct val="100000"/>
            </a:lnSpc>
          </a:pPr>
          <a:r>
            <a:rPr lang="en-US"/>
            <a:t>Exploratory data analysis </a:t>
          </a:r>
        </a:p>
      </dgm:t>
    </dgm:pt>
    <dgm:pt modelId="{B5A3C456-50B2-4FB5-A7BE-B0C86D811592}" type="parTrans" cxnId="{E9DD69C1-6B76-4541-A268-E231D5EA5C09}">
      <dgm:prSet/>
      <dgm:spPr/>
      <dgm:t>
        <a:bodyPr/>
        <a:lstStyle/>
        <a:p>
          <a:endParaRPr lang="en-US"/>
        </a:p>
      </dgm:t>
    </dgm:pt>
    <dgm:pt modelId="{612D9DE0-3B81-407A-8A0B-AF51BF9C46E2}" type="sibTrans" cxnId="{E9DD69C1-6B76-4541-A268-E231D5EA5C09}">
      <dgm:prSet/>
      <dgm:spPr/>
      <dgm:t>
        <a:bodyPr/>
        <a:lstStyle/>
        <a:p>
          <a:endParaRPr lang="en-US"/>
        </a:p>
      </dgm:t>
    </dgm:pt>
    <dgm:pt modelId="{4519A8DD-58F7-4918-A4FC-88E675A79352}">
      <dgm:prSet/>
      <dgm:spPr/>
      <dgm:t>
        <a:bodyPr/>
        <a:lstStyle/>
        <a:p>
          <a:pPr>
            <a:lnSpc>
              <a:spcPct val="100000"/>
            </a:lnSpc>
          </a:pPr>
          <a:r>
            <a:rPr lang="en-US"/>
            <a:t>Presentation development and project documentation </a:t>
          </a:r>
        </a:p>
      </dgm:t>
    </dgm:pt>
    <dgm:pt modelId="{D44EE6E8-93DC-476D-855A-DFBC93CE0E49}" type="parTrans" cxnId="{FF37A34B-4E5A-44E6-9331-DE2EF26D88B5}">
      <dgm:prSet/>
      <dgm:spPr/>
      <dgm:t>
        <a:bodyPr/>
        <a:lstStyle/>
        <a:p>
          <a:endParaRPr lang="en-US"/>
        </a:p>
      </dgm:t>
    </dgm:pt>
    <dgm:pt modelId="{0A16415A-AD48-4481-9B6A-B6F3CAB5AF27}" type="sibTrans" cxnId="{FF37A34B-4E5A-44E6-9331-DE2EF26D88B5}">
      <dgm:prSet/>
      <dgm:spPr/>
      <dgm:t>
        <a:bodyPr/>
        <a:lstStyle/>
        <a:p>
          <a:endParaRPr lang="en-US"/>
        </a:p>
      </dgm:t>
    </dgm:pt>
    <dgm:pt modelId="{DD07AB76-08EF-49DF-BD00-7AD94B06AF8C}">
      <dgm:prSet/>
      <dgm:spPr/>
      <dgm:t>
        <a:bodyPr/>
        <a:lstStyle/>
        <a:p>
          <a:pPr>
            <a:lnSpc>
              <a:spcPct val="100000"/>
            </a:lnSpc>
          </a:pPr>
          <a:r>
            <a:rPr lang="en-US" b="1" dirty="0"/>
            <a:t> Quang Nguyen</a:t>
          </a:r>
          <a:endParaRPr lang="en-US" dirty="0"/>
        </a:p>
      </dgm:t>
    </dgm:pt>
    <dgm:pt modelId="{B4666544-016B-40AE-A239-AB6E32D0101E}" type="parTrans" cxnId="{93294144-4FF0-4925-ABBC-A3C40B417F8F}">
      <dgm:prSet/>
      <dgm:spPr/>
      <dgm:t>
        <a:bodyPr/>
        <a:lstStyle/>
        <a:p>
          <a:endParaRPr lang="en-US"/>
        </a:p>
      </dgm:t>
    </dgm:pt>
    <dgm:pt modelId="{526A8BD6-E609-4DD7-AE73-85A4ABD2844E}" type="sibTrans" cxnId="{93294144-4FF0-4925-ABBC-A3C40B417F8F}">
      <dgm:prSet/>
      <dgm:spPr/>
      <dgm:t>
        <a:bodyPr/>
        <a:lstStyle/>
        <a:p>
          <a:endParaRPr lang="en-US"/>
        </a:p>
      </dgm:t>
    </dgm:pt>
    <dgm:pt modelId="{CBDB729D-B625-493D-846B-A73B69E6910E}">
      <dgm:prSet/>
      <dgm:spPr/>
      <dgm:t>
        <a:bodyPr/>
        <a:lstStyle/>
        <a:p>
          <a:pPr>
            <a:lnSpc>
              <a:spcPct val="100000"/>
            </a:lnSpc>
          </a:pPr>
          <a:r>
            <a:rPr lang="en-US"/>
            <a:t>Statistical analysis and modeling </a:t>
          </a:r>
        </a:p>
      </dgm:t>
    </dgm:pt>
    <dgm:pt modelId="{D5305B86-D864-45A3-8443-7B8CB4C885B0}" type="parTrans" cxnId="{630A64D3-A545-4FA3-8148-A60BAA3B50EF}">
      <dgm:prSet/>
      <dgm:spPr/>
      <dgm:t>
        <a:bodyPr/>
        <a:lstStyle/>
        <a:p>
          <a:endParaRPr lang="en-US"/>
        </a:p>
      </dgm:t>
    </dgm:pt>
    <dgm:pt modelId="{F6BF8330-49AE-4081-B24F-FA1832C6082A}" type="sibTrans" cxnId="{630A64D3-A545-4FA3-8148-A60BAA3B50EF}">
      <dgm:prSet/>
      <dgm:spPr/>
      <dgm:t>
        <a:bodyPr/>
        <a:lstStyle/>
        <a:p>
          <a:endParaRPr lang="en-US"/>
        </a:p>
      </dgm:t>
    </dgm:pt>
    <dgm:pt modelId="{D3B323AA-CCD7-430D-BCC5-25A76190E1A5}">
      <dgm:prSet/>
      <dgm:spPr/>
      <dgm:t>
        <a:bodyPr/>
        <a:lstStyle/>
        <a:p>
          <a:pPr>
            <a:lnSpc>
              <a:spcPct val="100000"/>
            </a:lnSpc>
          </a:pPr>
          <a:r>
            <a:rPr lang="en-US"/>
            <a:t>Results interpretation and visualization</a:t>
          </a:r>
        </a:p>
      </dgm:t>
    </dgm:pt>
    <dgm:pt modelId="{46102E3C-80DD-43A2-AECA-06882F61DF6F}" type="parTrans" cxnId="{21244E06-693C-44DE-93ED-7F0FCD9C46E7}">
      <dgm:prSet/>
      <dgm:spPr/>
      <dgm:t>
        <a:bodyPr/>
        <a:lstStyle/>
        <a:p>
          <a:endParaRPr lang="en-US"/>
        </a:p>
      </dgm:t>
    </dgm:pt>
    <dgm:pt modelId="{846447D3-87E1-4F63-840B-31630FB6CE93}" type="sibTrans" cxnId="{21244E06-693C-44DE-93ED-7F0FCD9C46E7}">
      <dgm:prSet/>
      <dgm:spPr/>
      <dgm:t>
        <a:bodyPr/>
        <a:lstStyle/>
        <a:p>
          <a:endParaRPr lang="en-US"/>
        </a:p>
      </dgm:t>
    </dgm:pt>
    <dgm:pt modelId="{7A17E94A-E201-4BEE-95CD-19B2736AFEC8}" type="pres">
      <dgm:prSet presAssocID="{F7AA10B3-CC61-4C27-A913-E6EC938D846B}" presName="root" presStyleCnt="0">
        <dgm:presLayoutVars>
          <dgm:dir/>
          <dgm:resizeHandles val="exact"/>
        </dgm:presLayoutVars>
      </dgm:prSet>
      <dgm:spPr/>
    </dgm:pt>
    <dgm:pt modelId="{5BCDEE6D-DAAA-4A6B-89AE-5B8D0F3356D9}" type="pres">
      <dgm:prSet presAssocID="{A71A2724-4D84-4A1A-88A7-9A3550062DE6}" presName="compNode" presStyleCnt="0"/>
      <dgm:spPr/>
    </dgm:pt>
    <dgm:pt modelId="{DDB1D0F9-78A2-4E93-B2CC-9571F5241FCF}" type="pres">
      <dgm:prSet presAssocID="{A71A2724-4D84-4A1A-88A7-9A3550062DE6}" presName="bgRect" presStyleLbl="bgShp" presStyleIdx="0" presStyleCnt="3"/>
      <dgm:spPr/>
    </dgm:pt>
    <dgm:pt modelId="{232372B9-3DAB-442D-B8BC-87104402AD1B}" type="pres">
      <dgm:prSet presAssocID="{A71A2724-4D84-4A1A-88A7-9A3550062DE6}"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r chart"/>
        </a:ext>
      </dgm:extLst>
    </dgm:pt>
    <dgm:pt modelId="{D3D2138C-4DEC-4714-AE58-A52D5C30E959}" type="pres">
      <dgm:prSet presAssocID="{A71A2724-4D84-4A1A-88A7-9A3550062DE6}" presName="spaceRect" presStyleCnt="0"/>
      <dgm:spPr/>
    </dgm:pt>
    <dgm:pt modelId="{55E58AE1-277F-4B20-94CF-74C5CEE11BB3}" type="pres">
      <dgm:prSet presAssocID="{A71A2724-4D84-4A1A-88A7-9A3550062DE6}" presName="parTx" presStyleLbl="revTx" presStyleIdx="0" presStyleCnt="6">
        <dgm:presLayoutVars>
          <dgm:chMax val="0"/>
          <dgm:chPref val="0"/>
        </dgm:presLayoutVars>
      </dgm:prSet>
      <dgm:spPr/>
    </dgm:pt>
    <dgm:pt modelId="{12F5BA97-75CC-475D-BD61-C0593D51DAB0}" type="pres">
      <dgm:prSet presAssocID="{A71A2724-4D84-4A1A-88A7-9A3550062DE6}" presName="desTx" presStyleLbl="revTx" presStyleIdx="1" presStyleCnt="6">
        <dgm:presLayoutVars/>
      </dgm:prSet>
      <dgm:spPr/>
    </dgm:pt>
    <dgm:pt modelId="{076853C4-7932-4BA0-BB5A-6B8BDD172209}" type="pres">
      <dgm:prSet presAssocID="{5F9B104A-9586-4F97-83EC-715554F3B96D}" presName="sibTrans" presStyleCnt="0"/>
      <dgm:spPr/>
    </dgm:pt>
    <dgm:pt modelId="{359433C8-E9BD-48D5-969B-400C68386AF8}" type="pres">
      <dgm:prSet presAssocID="{DD07AB76-08EF-49DF-BD00-7AD94B06AF8C}" presName="compNode" presStyleCnt="0"/>
      <dgm:spPr/>
    </dgm:pt>
    <dgm:pt modelId="{0FCCB5C3-1245-474A-8792-51BE558E5168}" type="pres">
      <dgm:prSet presAssocID="{DD07AB76-08EF-49DF-BD00-7AD94B06AF8C}" presName="bgRect" presStyleLbl="bgShp" presStyleIdx="1" presStyleCnt="3"/>
      <dgm:spPr/>
    </dgm:pt>
    <dgm:pt modelId="{A60FB0C5-5214-41FC-8CB3-8449D5CB0842}" type="pres">
      <dgm:prSet presAssocID="{DD07AB76-08EF-49DF-BD00-7AD94B06AF8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0F23F93B-BB06-43E2-81AC-9AF59CC87C20}" type="pres">
      <dgm:prSet presAssocID="{DD07AB76-08EF-49DF-BD00-7AD94B06AF8C}" presName="spaceRect" presStyleCnt="0"/>
      <dgm:spPr/>
    </dgm:pt>
    <dgm:pt modelId="{D7F83E8E-AB1E-41B7-B136-74922CE32EFA}" type="pres">
      <dgm:prSet presAssocID="{DD07AB76-08EF-49DF-BD00-7AD94B06AF8C}" presName="parTx" presStyleLbl="revTx" presStyleIdx="2" presStyleCnt="6">
        <dgm:presLayoutVars>
          <dgm:chMax val="0"/>
          <dgm:chPref val="0"/>
        </dgm:presLayoutVars>
      </dgm:prSet>
      <dgm:spPr/>
    </dgm:pt>
    <dgm:pt modelId="{CC123ABB-BEA2-406D-BF37-C60EBF1FD53A}" type="pres">
      <dgm:prSet presAssocID="{DD07AB76-08EF-49DF-BD00-7AD94B06AF8C}" presName="desTx" presStyleLbl="revTx" presStyleIdx="3" presStyleCnt="6">
        <dgm:presLayoutVars/>
      </dgm:prSet>
      <dgm:spPr/>
    </dgm:pt>
    <dgm:pt modelId="{E1140FE5-3496-428A-B2D6-8152BCDA4A7F}" type="pres">
      <dgm:prSet presAssocID="{526A8BD6-E609-4DD7-AE73-85A4ABD2844E}" presName="sibTrans" presStyleCnt="0"/>
      <dgm:spPr/>
    </dgm:pt>
    <dgm:pt modelId="{E778D7ED-658F-4CB6-91C0-EF9FB5E9CE6C}" type="pres">
      <dgm:prSet presAssocID="{D402632D-0AC0-4151-AA28-88A232EC3517}" presName="compNode" presStyleCnt="0"/>
      <dgm:spPr/>
    </dgm:pt>
    <dgm:pt modelId="{51E0E2C7-AA73-4CA3-9398-9A1B3F7DA32B}" type="pres">
      <dgm:prSet presAssocID="{D402632D-0AC0-4151-AA28-88A232EC3517}" presName="bgRect" presStyleLbl="bgShp" presStyleIdx="2" presStyleCnt="3"/>
      <dgm:spPr/>
    </dgm:pt>
    <dgm:pt modelId="{1CB072D2-BCF2-4166-83FF-E3C28752418A}" type="pres">
      <dgm:prSet presAssocID="{D402632D-0AC0-4151-AA28-88A232EC351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ity"/>
        </a:ext>
      </dgm:extLst>
    </dgm:pt>
    <dgm:pt modelId="{8EC026A1-6D60-41DB-BF23-37CAF57F0957}" type="pres">
      <dgm:prSet presAssocID="{D402632D-0AC0-4151-AA28-88A232EC3517}" presName="spaceRect" presStyleCnt="0"/>
      <dgm:spPr/>
    </dgm:pt>
    <dgm:pt modelId="{FA3D0137-435B-4AD2-B3E4-655A08F84B73}" type="pres">
      <dgm:prSet presAssocID="{D402632D-0AC0-4151-AA28-88A232EC3517}" presName="parTx" presStyleLbl="revTx" presStyleIdx="4" presStyleCnt="6">
        <dgm:presLayoutVars>
          <dgm:chMax val="0"/>
          <dgm:chPref val="0"/>
        </dgm:presLayoutVars>
      </dgm:prSet>
      <dgm:spPr/>
    </dgm:pt>
    <dgm:pt modelId="{3A5BC487-E01D-479D-9054-5ACF39FA7595}" type="pres">
      <dgm:prSet presAssocID="{D402632D-0AC0-4151-AA28-88A232EC3517}" presName="desTx" presStyleLbl="revTx" presStyleIdx="5" presStyleCnt="6">
        <dgm:presLayoutVars/>
      </dgm:prSet>
      <dgm:spPr/>
    </dgm:pt>
  </dgm:ptLst>
  <dgm:cxnLst>
    <dgm:cxn modelId="{21244E06-693C-44DE-93ED-7F0FCD9C46E7}" srcId="{DD07AB76-08EF-49DF-BD00-7AD94B06AF8C}" destId="{D3B323AA-CCD7-430D-BCC5-25A76190E1A5}" srcOrd="1" destOrd="0" parTransId="{46102E3C-80DD-43A2-AECA-06882F61DF6F}" sibTransId="{846447D3-87E1-4F63-840B-31630FB6CE93}"/>
    <dgm:cxn modelId="{922BEB0C-A750-49B9-BC14-BBAC5A390074}" type="presOf" srcId="{CDEA14BB-631C-4C41-B1C2-CC65004BCF74}" destId="{3A5BC487-E01D-479D-9054-5ACF39FA7595}" srcOrd="0" destOrd="0" presId="urn:microsoft.com/office/officeart/2018/2/layout/IconVerticalSolidList"/>
    <dgm:cxn modelId="{971D1D14-1ECB-43E5-9700-6D7015EEA6F4}" type="presOf" srcId="{A5A10BF3-A296-4A82-B835-B287099B3278}" destId="{12F5BA97-75CC-475D-BD61-C0593D51DAB0}" srcOrd="0" destOrd="1" presId="urn:microsoft.com/office/officeart/2018/2/layout/IconVerticalSolidList"/>
    <dgm:cxn modelId="{37A1122D-A4B2-46DD-BE1C-FE9F491424BF}" type="presOf" srcId="{CBDB729D-B625-493D-846B-A73B69E6910E}" destId="{CC123ABB-BEA2-406D-BF37-C60EBF1FD53A}" srcOrd="0" destOrd="0" presId="urn:microsoft.com/office/officeart/2018/2/layout/IconVerticalSolidList"/>
    <dgm:cxn modelId="{48F91B5C-E10B-4268-83CE-CEA614F44BD9}" type="presOf" srcId="{DD07AB76-08EF-49DF-BD00-7AD94B06AF8C}" destId="{D7F83E8E-AB1E-41B7-B136-74922CE32EFA}" srcOrd="0" destOrd="0" presId="urn:microsoft.com/office/officeart/2018/2/layout/IconVerticalSolidList"/>
    <dgm:cxn modelId="{7E4C4961-1650-4181-A06D-8E03DBC5244D}" type="presOf" srcId="{31F9574E-C843-4D8F-B0C9-B270668C23CC}" destId="{12F5BA97-75CC-475D-BD61-C0593D51DAB0}" srcOrd="0" destOrd="0" presId="urn:microsoft.com/office/officeart/2018/2/layout/IconVerticalSolidList"/>
    <dgm:cxn modelId="{4C31FC63-B01B-4B08-A555-DE34D7A05C97}" srcId="{F7AA10B3-CC61-4C27-A913-E6EC938D846B}" destId="{A71A2724-4D84-4A1A-88A7-9A3550062DE6}" srcOrd="0" destOrd="0" parTransId="{23BDB464-AC53-4776-829B-DAEF48D995F6}" sibTransId="{5F9B104A-9586-4F97-83EC-715554F3B96D}"/>
    <dgm:cxn modelId="{93294144-4FF0-4925-ABBC-A3C40B417F8F}" srcId="{F7AA10B3-CC61-4C27-A913-E6EC938D846B}" destId="{DD07AB76-08EF-49DF-BD00-7AD94B06AF8C}" srcOrd="1" destOrd="0" parTransId="{B4666544-016B-40AE-A239-AB6E32D0101E}" sibTransId="{526A8BD6-E609-4DD7-AE73-85A4ABD2844E}"/>
    <dgm:cxn modelId="{1F6BCE45-6B7A-466F-BCE5-C67BE8192110}" type="presOf" srcId="{A71A2724-4D84-4A1A-88A7-9A3550062DE6}" destId="{55E58AE1-277F-4B20-94CF-74C5CEE11BB3}" srcOrd="0" destOrd="0" presId="urn:microsoft.com/office/officeart/2018/2/layout/IconVerticalSolidList"/>
    <dgm:cxn modelId="{EA4DC667-A739-4B14-BF93-EF71113B99B5}" srcId="{A71A2724-4D84-4A1A-88A7-9A3550062DE6}" destId="{31F9574E-C843-4D8F-B0C9-B270668C23CC}" srcOrd="0" destOrd="0" parTransId="{CA893D98-2CEB-497D-BE95-C208AAB06B5A}" sibTransId="{21D18BEC-4DBC-49DB-9B18-CE71F4F57370}"/>
    <dgm:cxn modelId="{FF37A34B-4E5A-44E6-9331-DE2EF26D88B5}" srcId="{D402632D-0AC0-4151-AA28-88A232EC3517}" destId="{4519A8DD-58F7-4918-A4FC-88E675A79352}" srcOrd="1" destOrd="0" parTransId="{D44EE6E8-93DC-476D-855A-DFBC93CE0E49}" sibTransId="{0A16415A-AD48-4481-9B6A-B6F3CAB5AF27}"/>
    <dgm:cxn modelId="{F63CE76E-60E3-453B-8812-DE797FC3C97B}" type="presOf" srcId="{D3B323AA-CCD7-430D-BCC5-25A76190E1A5}" destId="{CC123ABB-BEA2-406D-BF37-C60EBF1FD53A}" srcOrd="0" destOrd="1" presId="urn:microsoft.com/office/officeart/2018/2/layout/IconVerticalSolidList"/>
    <dgm:cxn modelId="{DC1C859A-921C-4B46-A0B2-0E9A38D1AEC7}" type="presOf" srcId="{4519A8DD-58F7-4918-A4FC-88E675A79352}" destId="{3A5BC487-E01D-479D-9054-5ACF39FA7595}" srcOrd="0" destOrd="1" presId="urn:microsoft.com/office/officeart/2018/2/layout/IconVerticalSolidList"/>
    <dgm:cxn modelId="{E9DD69C1-6B76-4541-A268-E231D5EA5C09}" srcId="{D402632D-0AC0-4151-AA28-88A232EC3517}" destId="{CDEA14BB-631C-4C41-B1C2-CC65004BCF74}" srcOrd="0" destOrd="0" parTransId="{B5A3C456-50B2-4FB5-A7BE-B0C86D811592}" sibTransId="{612D9DE0-3B81-407A-8A0B-AF51BF9C46E2}"/>
    <dgm:cxn modelId="{E8C905C3-B331-4A82-B54D-21C42B2A2D94}" type="presOf" srcId="{D402632D-0AC0-4151-AA28-88A232EC3517}" destId="{FA3D0137-435B-4AD2-B3E4-655A08F84B73}" srcOrd="0" destOrd="0" presId="urn:microsoft.com/office/officeart/2018/2/layout/IconVerticalSolidList"/>
    <dgm:cxn modelId="{F08EFBC5-8A76-4B1A-BE05-6CC27CBFF3A2}" srcId="{A71A2724-4D84-4A1A-88A7-9A3550062DE6}" destId="{A5A10BF3-A296-4A82-B835-B287099B3278}" srcOrd="1" destOrd="0" parTransId="{7B5DB35A-30B1-45DA-B240-2C484E352237}" sibTransId="{7BCC603A-F7A4-46ED-9C3C-FF73A7252846}"/>
    <dgm:cxn modelId="{E9A1B0CE-B124-43A5-AE6F-EB84749B93D7}" srcId="{F7AA10B3-CC61-4C27-A913-E6EC938D846B}" destId="{D402632D-0AC0-4151-AA28-88A232EC3517}" srcOrd="2" destOrd="0" parTransId="{AEDFE0A0-FD84-4DE0-9450-5FA57CAD2864}" sibTransId="{65C19A13-89DB-4E75-9801-B35A15F179AF}"/>
    <dgm:cxn modelId="{630A64D3-A545-4FA3-8148-A60BAA3B50EF}" srcId="{DD07AB76-08EF-49DF-BD00-7AD94B06AF8C}" destId="{CBDB729D-B625-493D-846B-A73B69E6910E}" srcOrd="0" destOrd="0" parTransId="{D5305B86-D864-45A3-8443-7B8CB4C885B0}" sibTransId="{F6BF8330-49AE-4081-B24F-FA1832C6082A}"/>
    <dgm:cxn modelId="{7AD35ED4-581A-4E9D-9414-87EA77964B7E}" type="presOf" srcId="{F7AA10B3-CC61-4C27-A913-E6EC938D846B}" destId="{7A17E94A-E201-4BEE-95CD-19B2736AFEC8}" srcOrd="0" destOrd="0" presId="urn:microsoft.com/office/officeart/2018/2/layout/IconVerticalSolidList"/>
    <dgm:cxn modelId="{AD823705-ADEF-45FC-A614-D9E60F3CEAE4}" type="presParOf" srcId="{7A17E94A-E201-4BEE-95CD-19B2736AFEC8}" destId="{5BCDEE6D-DAAA-4A6B-89AE-5B8D0F3356D9}" srcOrd="0" destOrd="0" presId="urn:microsoft.com/office/officeart/2018/2/layout/IconVerticalSolidList"/>
    <dgm:cxn modelId="{C73DF307-4E47-4770-AEF9-A251427DFAC5}" type="presParOf" srcId="{5BCDEE6D-DAAA-4A6B-89AE-5B8D0F3356D9}" destId="{DDB1D0F9-78A2-4E93-B2CC-9571F5241FCF}" srcOrd="0" destOrd="0" presId="urn:microsoft.com/office/officeart/2018/2/layout/IconVerticalSolidList"/>
    <dgm:cxn modelId="{58B053AD-D132-4178-805C-5AC47142AB78}" type="presParOf" srcId="{5BCDEE6D-DAAA-4A6B-89AE-5B8D0F3356D9}" destId="{232372B9-3DAB-442D-B8BC-87104402AD1B}" srcOrd="1" destOrd="0" presId="urn:microsoft.com/office/officeart/2018/2/layout/IconVerticalSolidList"/>
    <dgm:cxn modelId="{8AE0D8F6-2653-45EC-B9F0-5AAE6FFBF55A}" type="presParOf" srcId="{5BCDEE6D-DAAA-4A6B-89AE-5B8D0F3356D9}" destId="{D3D2138C-4DEC-4714-AE58-A52D5C30E959}" srcOrd="2" destOrd="0" presId="urn:microsoft.com/office/officeart/2018/2/layout/IconVerticalSolidList"/>
    <dgm:cxn modelId="{7F32B4BF-A8B7-462C-92A8-B56FE70B3084}" type="presParOf" srcId="{5BCDEE6D-DAAA-4A6B-89AE-5B8D0F3356D9}" destId="{55E58AE1-277F-4B20-94CF-74C5CEE11BB3}" srcOrd="3" destOrd="0" presId="urn:microsoft.com/office/officeart/2018/2/layout/IconVerticalSolidList"/>
    <dgm:cxn modelId="{3EFD137C-72D4-4696-BB90-E56356BB2818}" type="presParOf" srcId="{5BCDEE6D-DAAA-4A6B-89AE-5B8D0F3356D9}" destId="{12F5BA97-75CC-475D-BD61-C0593D51DAB0}" srcOrd="4" destOrd="0" presId="urn:microsoft.com/office/officeart/2018/2/layout/IconVerticalSolidList"/>
    <dgm:cxn modelId="{4D9224E6-F2AC-49D4-B0BC-9C8F088CBEBD}" type="presParOf" srcId="{7A17E94A-E201-4BEE-95CD-19B2736AFEC8}" destId="{076853C4-7932-4BA0-BB5A-6B8BDD172209}" srcOrd="1" destOrd="0" presId="urn:microsoft.com/office/officeart/2018/2/layout/IconVerticalSolidList"/>
    <dgm:cxn modelId="{5E3C722E-75D4-468C-A86B-8152D8E15765}" type="presParOf" srcId="{7A17E94A-E201-4BEE-95CD-19B2736AFEC8}" destId="{359433C8-E9BD-48D5-969B-400C68386AF8}" srcOrd="2" destOrd="0" presId="urn:microsoft.com/office/officeart/2018/2/layout/IconVerticalSolidList"/>
    <dgm:cxn modelId="{88E099F5-3C09-493B-908A-0ADEC27ADDFE}" type="presParOf" srcId="{359433C8-E9BD-48D5-969B-400C68386AF8}" destId="{0FCCB5C3-1245-474A-8792-51BE558E5168}" srcOrd="0" destOrd="0" presId="urn:microsoft.com/office/officeart/2018/2/layout/IconVerticalSolidList"/>
    <dgm:cxn modelId="{CB718D78-AC2E-43C7-8C3A-15D9DF957A8D}" type="presParOf" srcId="{359433C8-E9BD-48D5-969B-400C68386AF8}" destId="{A60FB0C5-5214-41FC-8CB3-8449D5CB0842}" srcOrd="1" destOrd="0" presId="urn:microsoft.com/office/officeart/2018/2/layout/IconVerticalSolidList"/>
    <dgm:cxn modelId="{E56F3003-683F-4EB5-8062-819640763117}" type="presParOf" srcId="{359433C8-E9BD-48D5-969B-400C68386AF8}" destId="{0F23F93B-BB06-43E2-81AC-9AF59CC87C20}" srcOrd="2" destOrd="0" presId="urn:microsoft.com/office/officeart/2018/2/layout/IconVerticalSolidList"/>
    <dgm:cxn modelId="{E4871C21-54E5-455F-8E53-E5389F975EEB}" type="presParOf" srcId="{359433C8-E9BD-48D5-969B-400C68386AF8}" destId="{D7F83E8E-AB1E-41B7-B136-74922CE32EFA}" srcOrd="3" destOrd="0" presId="urn:microsoft.com/office/officeart/2018/2/layout/IconVerticalSolidList"/>
    <dgm:cxn modelId="{00BA751E-3B41-49C0-B2E1-E617D79272DD}" type="presParOf" srcId="{359433C8-E9BD-48D5-969B-400C68386AF8}" destId="{CC123ABB-BEA2-406D-BF37-C60EBF1FD53A}" srcOrd="4" destOrd="0" presId="urn:microsoft.com/office/officeart/2018/2/layout/IconVerticalSolidList"/>
    <dgm:cxn modelId="{D5059084-B670-4A06-A296-F7AB73A8F0D8}" type="presParOf" srcId="{7A17E94A-E201-4BEE-95CD-19B2736AFEC8}" destId="{E1140FE5-3496-428A-B2D6-8152BCDA4A7F}" srcOrd="3" destOrd="0" presId="urn:microsoft.com/office/officeart/2018/2/layout/IconVerticalSolidList"/>
    <dgm:cxn modelId="{E1380CC2-13FE-4DF0-9AA3-43A35FDADD24}" type="presParOf" srcId="{7A17E94A-E201-4BEE-95CD-19B2736AFEC8}" destId="{E778D7ED-658F-4CB6-91C0-EF9FB5E9CE6C}" srcOrd="4" destOrd="0" presId="urn:microsoft.com/office/officeart/2018/2/layout/IconVerticalSolidList"/>
    <dgm:cxn modelId="{06D76FE3-44A2-4226-AF20-144CAC5F3460}" type="presParOf" srcId="{E778D7ED-658F-4CB6-91C0-EF9FB5E9CE6C}" destId="{51E0E2C7-AA73-4CA3-9398-9A1B3F7DA32B}" srcOrd="0" destOrd="0" presId="urn:microsoft.com/office/officeart/2018/2/layout/IconVerticalSolidList"/>
    <dgm:cxn modelId="{401127F9-D9E5-4955-BE2E-BCDB61D7D4FF}" type="presParOf" srcId="{E778D7ED-658F-4CB6-91C0-EF9FB5E9CE6C}" destId="{1CB072D2-BCF2-4166-83FF-E3C28752418A}" srcOrd="1" destOrd="0" presId="urn:microsoft.com/office/officeart/2018/2/layout/IconVerticalSolidList"/>
    <dgm:cxn modelId="{08B2C2F9-C1D0-4C75-9C17-00665E44C87E}" type="presParOf" srcId="{E778D7ED-658F-4CB6-91C0-EF9FB5E9CE6C}" destId="{8EC026A1-6D60-41DB-BF23-37CAF57F0957}" srcOrd="2" destOrd="0" presId="urn:microsoft.com/office/officeart/2018/2/layout/IconVerticalSolidList"/>
    <dgm:cxn modelId="{03AC0088-EC72-49EE-970C-37E45859CF57}" type="presParOf" srcId="{E778D7ED-658F-4CB6-91C0-EF9FB5E9CE6C}" destId="{FA3D0137-435B-4AD2-B3E4-655A08F84B73}" srcOrd="3" destOrd="0" presId="urn:microsoft.com/office/officeart/2018/2/layout/IconVerticalSolidList"/>
    <dgm:cxn modelId="{29F2B37B-441A-4B3F-9818-2FC6B7FB63AA}" type="presParOf" srcId="{E778D7ED-658F-4CB6-91C0-EF9FB5E9CE6C}" destId="{3A5BC487-E01D-479D-9054-5ACF39FA7595}" srcOrd="4"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0A1F33-2F3E-41F3-B85C-BED3FD4FB3BD}">
      <dsp:nvSpPr>
        <dsp:cNvPr id="0" name=""/>
        <dsp:cNvSpPr/>
      </dsp:nvSpPr>
      <dsp:spPr>
        <a:xfrm>
          <a:off x="75256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C7A54B-343F-4DDD-813D-4D1F04C7C2BD}">
      <dsp:nvSpPr>
        <dsp:cNvPr id="0" name=""/>
        <dsp:cNvSpPr/>
      </dsp:nvSpPr>
      <dsp:spPr>
        <a:xfrm>
          <a:off x="10068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Broadcasters developing predictive models for future race performance outcomes</a:t>
          </a:r>
        </a:p>
      </dsp:txBody>
      <dsp:txXfrm>
        <a:off x="100682" y="2427484"/>
        <a:ext cx="2370489" cy="720000"/>
      </dsp:txXfrm>
    </dsp:sp>
    <dsp:sp modelId="{CDFAB8C2-B9DF-4EC9-82C9-67AE29A555A5}">
      <dsp:nvSpPr>
        <dsp:cNvPr id="0" name=""/>
        <dsp:cNvSpPr/>
      </dsp:nvSpPr>
      <dsp:spPr>
        <a:xfrm>
          <a:off x="353789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8D9A10-AD0D-4951-BC2D-BBBBD0C38C51}">
      <dsp:nvSpPr>
        <dsp:cNvPr id="0" name=""/>
        <dsp:cNvSpPr/>
      </dsp:nvSpPr>
      <dsp:spPr>
        <a:xfrm>
          <a:off x="288600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a:t>F1 Pit Crew optimizing race strategy, tire management, and pit stop timing. </a:t>
          </a:r>
        </a:p>
      </dsp:txBody>
      <dsp:txXfrm>
        <a:off x="2886007" y="2427484"/>
        <a:ext cx="2370489" cy="720000"/>
      </dsp:txXfrm>
    </dsp:sp>
    <dsp:sp modelId="{BAF60662-3738-45E5-A57E-7E2E31EAB3F1}">
      <dsp:nvSpPr>
        <dsp:cNvPr id="0" name=""/>
        <dsp:cNvSpPr/>
      </dsp:nvSpPr>
      <dsp:spPr>
        <a:xfrm>
          <a:off x="632321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40C8F7-6FDE-47EE-80E5-642FC879AC08}">
      <dsp:nvSpPr>
        <dsp:cNvPr id="0" name=""/>
        <dsp:cNvSpPr/>
      </dsp:nvSpPr>
      <dsp:spPr>
        <a:xfrm>
          <a:off x="567133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analytics researchers studying performance optimization </a:t>
          </a:r>
        </a:p>
      </dsp:txBody>
      <dsp:txXfrm>
        <a:off x="5671332" y="2427484"/>
        <a:ext cx="2370489" cy="720000"/>
      </dsp:txXfrm>
    </dsp:sp>
    <dsp:sp modelId="{229CFA42-F320-4F2B-A2E6-E63E03943DB5}">
      <dsp:nvSpPr>
        <dsp:cNvPr id="0" name=""/>
        <dsp:cNvSpPr/>
      </dsp:nvSpPr>
      <dsp:spPr>
        <a:xfrm>
          <a:off x="910854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459F6A-BE96-4340-A27F-6DCE0BC041F8}">
      <dsp:nvSpPr>
        <dsp:cNvPr id="0" name=""/>
        <dsp:cNvSpPr/>
      </dsp:nvSpPr>
      <dsp:spPr>
        <a:xfrm>
          <a:off x="845665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App developers creating predictive tools for fan engagement</a:t>
          </a:r>
        </a:p>
      </dsp:txBody>
      <dsp:txXfrm>
        <a:off x="8456657" y="2427484"/>
        <a:ext cx="2370489"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C11AB0-851D-4C83-8E38-909574FDD3BE}">
      <dsp:nvSpPr>
        <dsp:cNvPr id="0" name=""/>
        <dsp:cNvSpPr/>
      </dsp:nvSpPr>
      <dsp:spPr>
        <a:xfrm>
          <a:off x="0" y="717"/>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8A6246-5EF7-4251-BC2E-F4747D59CC2C}">
      <dsp:nvSpPr>
        <dsp:cNvPr id="0" name=""/>
        <dsp:cNvSpPr/>
      </dsp:nvSpPr>
      <dsp:spPr>
        <a:xfrm>
          <a:off x="507973" y="378548"/>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587A18-5F65-4736-9F23-DD215DE5F453}">
      <dsp:nvSpPr>
        <dsp:cNvPr id="0" name=""/>
        <dsp:cNvSpPr/>
      </dsp:nvSpPr>
      <dsp:spPr>
        <a:xfrm>
          <a:off x="1939533" y="717"/>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OpenF1 provides accessible motorsport data through its API</a:t>
          </a:r>
        </a:p>
      </dsp:txBody>
      <dsp:txXfrm>
        <a:off x="1939533" y="717"/>
        <a:ext cx="4362067" cy="1679249"/>
      </dsp:txXfrm>
    </dsp:sp>
    <dsp:sp modelId="{E487DB10-EDEC-4792-B97A-DB06BFA04D5D}">
      <dsp:nvSpPr>
        <dsp:cNvPr id="0" name=""/>
        <dsp:cNvSpPr/>
      </dsp:nvSpPr>
      <dsp:spPr>
        <a:xfrm>
          <a:off x="0" y="2099779"/>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8419C4-91C0-4E0C-A4F0-EFC2F29929A4}">
      <dsp:nvSpPr>
        <dsp:cNvPr id="0" name=""/>
        <dsp:cNvSpPr/>
      </dsp:nvSpPr>
      <dsp:spPr>
        <a:xfrm>
          <a:off x="507973" y="2477610"/>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1A49474-AC05-488E-9524-4A3FE452885F}">
      <dsp:nvSpPr>
        <dsp:cNvPr id="0" name=""/>
        <dsp:cNvSpPr/>
      </dsp:nvSpPr>
      <dsp:spPr>
        <a:xfrm>
          <a:off x="1939533" y="2099779"/>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StatsF1 race results are publicly available online</a:t>
          </a:r>
        </a:p>
      </dsp:txBody>
      <dsp:txXfrm>
        <a:off x="1939533" y="2099779"/>
        <a:ext cx="4362067" cy="1679249"/>
      </dsp:txXfrm>
    </dsp:sp>
    <dsp:sp modelId="{D0C0F73F-0FA9-4E53-B5C5-D4AF58DBCAC9}">
      <dsp:nvSpPr>
        <dsp:cNvPr id="0" name=""/>
        <dsp:cNvSpPr/>
      </dsp:nvSpPr>
      <dsp:spPr>
        <a:xfrm>
          <a:off x="0" y="4198841"/>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9CE7E64-0F7E-4729-98BE-F1B1813469CB}">
      <dsp:nvSpPr>
        <dsp:cNvPr id="0" name=""/>
        <dsp:cNvSpPr/>
      </dsp:nvSpPr>
      <dsp:spPr>
        <a:xfrm>
          <a:off x="507973" y="4576672"/>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181EE0-B686-4296-A81D-AF440E01A3BA}">
      <dsp:nvSpPr>
        <dsp:cNvPr id="0" name=""/>
        <dsp:cNvSpPr/>
      </dsp:nvSpPr>
      <dsp:spPr>
        <a:xfrm>
          <a:off x="1939533" y="4198841"/>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No personally identifiable information was collected</a:t>
          </a:r>
        </a:p>
      </dsp:txBody>
      <dsp:txXfrm>
        <a:off x="1939533" y="4198841"/>
        <a:ext cx="4362067" cy="16792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B1D0F9-78A2-4E93-B2CC-9571F5241FCF}">
      <dsp:nvSpPr>
        <dsp:cNvPr id="0" name=""/>
        <dsp:cNvSpPr/>
      </dsp:nvSpPr>
      <dsp:spPr>
        <a:xfrm>
          <a:off x="0" y="66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2372B9-3DAB-442D-B8BC-87104402AD1B}">
      <dsp:nvSpPr>
        <dsp:cNvPr id="0" name=""/>
        <dsp:cNvSpPr/>
      </dsp:nvSpPr>
      <dsp:spPr>
        <a:xfrm>
          <a:off x="474065" y="35328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5E58AE1-277F-4B20-94CF-74C5CEE11BB3}">
      <dsp:nvSpPr>
        <dsp:cNvPr id="0" name=""/>
        <dsp:cNvSpPr/>
      </dsp:nvSpPr>
      <dsp:spPr>
        <a:xfrm>
          <a:off x="1810069" y="66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Minh Vo</a:t>
          </a:r>
          <a:endParaRPr lang="en-US" sz="2500" kern="1200" dirty="0"/>
        </a:p>
      </dsp:txBody>
      <dsp:txXfrm>
        <a:off x="1810069" y="669"/>
        <a:ext cx="2645330" cy="1567160"/>
      </dsp:txXfrm>
    </dsp:sp>
    <dsp:sp modelId="{12F5BA97-75CC-475D-BD61-C0593D51DAB0}">
      <dsp:nvSpPr>
        <dsp:cNvPr id="0" name=""/>
        <dsp:cNvSpPr/>
      </dsp:nvSpPr>
      <dsp:spPr>
        <a:xfrm>
          <a:off x="4455400" y="66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Data acquisition and preprocessing </a:t>
          </a:r>
        </a:p>
        <a:p>
          <a:pPr marL="0" lvl="0" indent="0" algn="l" defTabSz="488950">
            <a:lnSpc>
              <a:spcPct val="100000"/>
            </a:lnSpc>
            <a:spcBef>
              <a:spcPct val="0"/>
            </a:spcBef>
            <a:spcAft>
              <a:spcPct val="35000"/>
            </a:spcAft>
            <a:buNone/>
          </a:pPr>
          <a:r>
            <a:rPr lang="en-US" sz="1100" kern="1200"/>
            <a:t>Data integration and cleaning </a:t>
          </a:r>
        </a:p>
      </dsp:txBody>
      <dsp:txXfrm>
        <a:off x="4455400" y="669"/>
        <a:ext cx="1423111" cy="1567160"/>
      </dsp:txXfrm>
    </dsp:sp>
    <dsp:sp modelId="{0FCCB5C3-1245-474A-8792-51BE558E5168}">
      <dsp:nvSpPr>
        <dsp:cNvPr id="0" name=""/>
        <dsp:cNvSpPr/>
      </dsp:nvSpPr>
      <dsp:spPr>
        <a:xfrm>
          <a:off x="0" y="195961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0FB0C5-5214-41FC-8CB3-8449D5CB0842}">
      <dsp:nvSpPr>
        <dsp:cNvPr id="0" name=""/>
        <dsp:cNvSpPr/>
      </dsp:nvSpPr>
      <dsp:spPr>
        <a:xfrm>
          <a:off x="474065" y="231223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7F83E8E-AB1E-41B7-B136-74922CE32EFA}">
      <dsp:nvSpPr>
        <dsp:cNvPr id="0" name=""/>
        <dsp:cNvSpPr/>
      </dsp:nvSpPr>
      <dsp:spPr>
        <a:xfrm>
          <a:off x="1810069" y="195961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Quang Nguyen</a:t>
          </a:r>
          <a:endParaRPr lang="en-US" sz="2500" kern="1200" dirty="0"/>
        </a:p>
      </dsp:txBody>
      <dsp:txXfrm>
        <a:off x="1810069" y="1959619"/>
        <a:ext cx="2645330" cy="1567160"/>
      </dsp:txXfrm>
    </dsp:sp>
    <dsp:sp modelId="{CC123ABB-BEA2-406D-BF37-C60EBF1FD53A}">
      <dsp:nvSpPr>
        <dsp:cNvPr id="0" name=""/>
        <dsp:cNvSpPr/>
      </dsp:nvSpPr>
      <dsp:spPr>
        <a:xfrm>
          <a:off x="4455400" y="195961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Statistical analysis and modeling </a:t>
          </a:r>
        </a:p>
        <a:p>
          <a:pPr marL="0" lvl="0" indent="0" algn="l" defTabSz="488950">
            <a:lnSpc>
              <a:spcPct val="100000"/>
            </a:lnSpc>
            <a:spcBef>
              <a:spcPct val="0"/>
            </a:spcBef>
            <a:spcAft>
              <a:spcPct val="35000"/>
            </a:spcAft>
            <a:buNone/>
          </a:pPr>
          <a:r>
            <a:rPr lang="en-US" sz="1100" kern="1200"/>
            <a:t>Results interpretation and visualization</a:t>
          </a:r>
        </a:p>
      </dsp:txBody>
      <dsp:txXfrm>
        <a:off x="4455400" y="1959619"/>
        <a:ext cx="1423111" cy="1567160"/>
      </dsp:txXfrm>
    </dsp:sp>
    <dsp:sp modelId="{51E0E2C7-AA73-4CA3-9398-9A1B3F7DA32B}">
      <dsp:nvSpPr>
        <dsp:cNvPr id="0" name=""/>
        <dsp:cNvSpPr/>
      </dsp:nvSpPr>
      <dsp:spPr>
        <a:xfrm>
          <a:off x="0" y="3918570"/>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B072D2-BCF2-4166-83FF-E3C28752418A}">
      <dsp:nvSpPr>
        <dsp:cNvPr id="0" name=""/>
        <dsp:cNvSpPr/>
      </dsp:nvSpPr>
      <dsp:spPr>
        <a:xfrm>
          <a:off x="474065" y="4271181"/>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A3D0137-435B-4AD2-B3E4-655A08F84B73}">
      <dsp:nvSpPr>
        <dsp:cNvPr id="0" name=""/>
        <dsp:cNvSpPr/>
      </dsp:nvSpPr>
      <dsp:spPr>
        <a:xfrm>
          <a:off x="1810069" y="3918570"/>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Jewel Cooper</a:t>
          </a:r>
          <a:endParaRPr lang="en-US" sz="2500" kern="1200" dirty="0"/>
        </a:p>
      </dsp:txBody>
      <dsp:txXfrm>
        <a:off x="1810069" y="3918570"/>
        <a:ext cx="2645330" cy="1567160"/>
      </dsp:txXfrm>
    </dsp:sp>
    <dsp:sp modelId="{3A5BC487-E01D-479D-9054-5ACF39FA7595}">
      <dsp:nvSpPr>
        <dsp:cNvPr id="0" name=""/>
        <dsp:cNvSpPr/>
      </dsp:nvSpPr>
      <dsp:spPr>
        <a:xfrm>
          <a:off x="4455400" y="3918570"/>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Exploratory data analysis </a:t>
          </a:r>
        </a:p>
        <a:p>
          <a:pPr marL="0" lvl="0" indent="0" algn="l" defTabSz="488950">
            <a:lnSpc>
              <a:spcPct val="100000"/>
            </a:lnSpc>
            <a:spcBef>
              <a:spcPct val="0"/>
            </a:spcBef>
            <a:spcAft>
              <a:spcPct val="35000"/>
            </a:spcAft>
            <a:buNone/>
          </a:pPr>
          <a:r>
            <a:rPr lang="en-US" sz="1100" kern="1200"/>
            <a:t>Presentation development and project documentation </a:t>
          </a:r>
        </a:p>
      </dsp:txBody>
      <dsp:txXfrm>
        <a:off x="4455400" y="3918570"/>
        <a:ext cx="1423111" cy="156716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591B1-6562-4512-8153-C86D5628630F}" type="datetimeFigureOut">
              <a:rPr lang="en-US" smtClean="0"/>
              <a:t>06/04/2026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66B314-B56D-4E0E-B9F1-BBAB527138BB}" type="slidenum">
              <a:rPr lang="en-US" smtClean="0"/>
              <a:t>‹#›</a:t>
            </a:fld>
            <a:endParaRPr lang="en-US"/>
          </a:p>
        </p:txBody>
      </p:sp>
    </p:spTree>
    <p:extLst>
      <p:ext uri="{BB962C8B-B14F-4D97-AF65-F5344CB8AC3E}">
        <p14:creationId xmlns:p14="http://schemas.microsoft.com/office/powerpoint/2010/main" val="422362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integrating these datasets, we created a foundation for analyzing how strategy and performance metrics influence race outcomes and future predictive modeling efforts.</a:t>
            </a:r>
          </a:p>
        </p:txBody>
      </p:sp>
      <p:sp>
        <p:nvSpPr>
          <p:cNvPr id="4" name="Slide Number Placeholder 3"/>
          <p:cNvSpPr>
            <a:spLocks noGrp="1"/>
          </p:cNvSpPr>
          <p:nvPr>
            <p:ph type="sldNum" sz="quarter" idx="5"/>
          </p:nvPr>
        </p:nvSpPr>
        <p:spPr/>
        <p:txBody>
          <a:bodyPr/>
          <a:lstStyle/>
          <a:p>
            <a:fld id="{8466B314-B56D-4E0E-B9F1-BBAB527138BB}" type="slidenum">
              <a:rPr lang="en-US" smtClean="0"/>
              <a:t>3</a:t>
            </a:fld>
            <a:endParaRPr lang="en-US"/>
          </a:p>
        </p:txBody>
      </p:sp>
    </p:spTree>
    <p:extLst>
      <p:ext uri="{BB962C8B-B14F-4D97-AF65-F5344CB8AC3E}">
        <p14:creationId xmlns:p14="http://schemas.microsoft.com/office/powerpoint/2010/main" val="1560734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obtained from two primary sources.</a:t>
            </a:r>
          </a:p>
          <a:p>
            <a:r>
              <a:rPr lang="en-US" dirty="0"/>
              <a:t>The first is the </a:t>
            </a:r>
            <a:r>
              <a:rPr lang="en-US" b="1" dirty="0"/>
              <a:t>OpenF1 API.</a:t>
            </a:r>
            <a:r>
              <a:rPr lang="en-US" dirty="0"/>
              <a:t> It is an open-source API that provides telemetry and race performance data from the 2023 Formula 1 season. We pulled from multiple endpoints including drivers, laps, stints, pit stops, car telemetry, and final session results.</a:t>
            </a:r>
          </a:p>
          <a:p>
            <a:r>
              <a:rPr lang="en-US" dirty="0"/>
              <a:t>The second source is </a:t>
            </a:r>
            <a:r>
              <a:rPr lang="en-US" b="1" dirty="0"/>
              <a:t>StatsF1</a:t>
            </a:r>
            <a:r>
              <a:rPr lang="en-US" dirty="0"/>
              <a:t>, a site that publishes structured race result tables for every Grand Prix. We used this to supplement our API data with historical race context like laps completed and gap to the winner.</a:t>
            </a:r>
          </a:p>
          <a:p>
            <a:r>
              <a:rPr lang="en-US" dirty="0"/>
              <a:t>Our key variables across both sources are: driver finishing position — our target — as well as lap times, tire compounds and strategy, and driver and team performance metrics.</a:t>
            </a:r>
          </a:p>
          <a:p>
            <a:endParaRPr lang="en-US" dirty="0"/>
          </a:p>
        </p:txBody>
      </p:sp>
      <p:sp>
        <p:nvSpPr>
          <p:cNvPr id="4" name="Slide Number Placeholder 3"/>
          <p:cNvSpPr>
            <a:spLocks noGrp="1"/>
          </p:cNvSpPr>
          <p:nvPr>
            <p:ph type="sldNum" sz="quarter" idx="5"/>
          </p:nvPr>
        </p:nvSpPr>
        <p:spPr/>
        <p:txBody>
          <a:bodyPr/>
          <a:lstStyle/>
          <a:p>
            <a:fld id="{8466B314-B56D-4E0E-B9F1-BBAB527138BB}" type="slidenum">
              <a:rPr lang="en-US" smtClean="0"/>
              <a:t>5</a:t>
            </a:fld>
            <a:endParaRPr lang="en-US"/>
          </a:p>
        </p:txBody>
      </p:sp>
    </p:spTree>
    <p:extLst>
      <p:ext uri="{BB962C8B-B14F-4D97-AF65-F5344CB8AC3E}">
        <p14:creationId xmlns:p14="http://schemas.microsoft.com/office/powerpoint/2010/main" val="2577452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2E67E-4F35-EBCF-FBAC-16A37BC182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40DDE2F-0704-0857-A447-68F2320E3A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F0D2A5-5B8F-89DE-AD26-45652F6E065F}"/>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5" name="Footer Placeholder 4">
            <a:extLst>
              <a:ext uri="{FF2B5EF4-FFF2-40B4-BE49-F238E27FC236}">
                <a16:creationId xmlns:a16="http://schemas.microsoft.com/office/drawing/2014/main" id="{48537695-BB23-0BFB-B814-401D8B5B06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ADE8FA-9B24-5465-4F10-9B9B8A31995D}"/>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864826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BB59A-81B5-A464-C81A-CCE7501C8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830618-D4A3-061E-5F73-E7854F9BC6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6477DD-C298-089C-3D01-F562224A05AD}"/>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5" name="Footer Placeholder 4">
            <a:extLst>
              <a:ext uri="{FF2B5EF4-FFF2-40B4-BE49-F238E27FC236}">
                <a16:creationId xmlns:a16="http://schemas.microsoft.com/office/drawing/2014/main" id="{7B030C8C-D069-56D1-9E25-87D4310057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710BDC-8719-A7E6-A56F-1FAA906BE5C7}"/>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472129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D285C-3C86-B567-A434-68766BD3A6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0B9C81-1212-DF62-0D17-09ABD19C4A6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81C2B4C-2130-2436-D38C-795FF21FC369}"/>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5" name="Footer Placeholder 4">
            <a:extLst>
              <a:ext uri="{FF2B5EF4-FFF2-40B4-BE49-F238E27FC236}">
                <a16:creationId xmlns:a16="http://schemas.microsoft.com/office/drawing/2014/main" id="{752AE84D-9445-54D7-0D6A-A1E78A834D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0323B7-A061-DC85-4FE3-7221CB3A86B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397885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AB869-BE7C-0126-6217-9ABE3020D5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201B35-9E04-6AAC-5137-168B4BE202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EFAC0E-BCD4-ECD2-72F9-DBB32ABB5A0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B76C2E-A725-3C3A-8725-F4DDE85E0D52}"/>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6" name="Footer Placeholder 5">
            <a:extLst>
              <a:ext uri="{FF2B5EF4-FFF2-40B4-BE49-F238E27FC236}">
                <a16:creationId xmlns:a16="http://schemas.microsoft.com/office/drawing/2014/main" id="{F53C3411-9254-CA31-4D9D-B043EE13B4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7855F-AC13-7CD3-4CA4-504680393D79}"/>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842708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410B8-214B-FD86-1FBF-7AE20722EE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EB58CD6-9F5C-7091-0951-24E964F83D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0E4EB0-7D9F-2123-124C-37C376512B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0FB170-D256-0DB0-46AC-7806F405D8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DCD0CA-719F-2CEE-039A-96228B29C9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BEA4F3-8928-34C1-76B5-8A98A5EE20C8}"/>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8" name="Footer Placeholder 7">
            <a:extLst>
              <a:ext uri="{FF2B5EF4-FFF2-40B4-BE49-F238E27FC236}">
                <a16:creationId xmlns:a16="http://schemas.microsoft.com/office/drawing/2014/main" id="{D4E0E2AE-4F53-BA6E-B1F0-FAEDD23B00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58CAEBD-714E-B57F-F131-7D007E96003C}"/>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7477936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39B25-0722-C079-C4AC-48AB24401C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BDAA84-3DFA-F0D9-EE8C-C25F45C5F734}"/>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4" name="Footer Placeholder 3">
            <a:extLst>
              <a:ext uri="{FF2B5EF4-FFF2-40B4-BE49-F238E27FC236}">
                <a16:creationId xmlns:a16="http://schemas.microsoft.com/office/drawing/2014/main" id="{9C84A4BB-8D15-7427-E573-B983D9D64A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D7DA410-2409-16A2-042B-62206A2D1CDE}"/>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98016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12DBEC-D758-6948-6A62-20703D2BFB2B}"/>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3" name="Footer Placeholder 2">
            <a:extLst>
              <a:ext uri="{FF2B5EF4-FFF2-40B4-BE49-F238E27FC236}">
                <a16:creationId xmlns:a16="http://schemas.microsoft.com/office/drawing/2014/main" id="{4BE68DA2-8863-74AA-A04C-1AF1543390D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B8EC4F-24B0-DC4D-4C2B-112900CA1260}"/>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65128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B7B3B-56D7-DE76-6716-A1977E4637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FD22E8F-9FD3-1E2B-A4CD-CE29AE2116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B86B5A-0194-7612-7B96-82CA51A24C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92E770-13B2-FF2C-C84E-752FAE9DAFF1}"/>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6" name="Footer Placeholder 5">
            <a:extLst>
              <a:ext uri="{FF2B5EF4-FFF2-40B4-BE49-F238E27FC236}">
                <a16:creationId xmlns:a16="http://schemas.microsoft.com/office/drawing/2014/main" id="{F94C39DF-EB13-1083-CC93-8057079FE1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35D5FA-49AB-A7C1-A365-C7D8D71D53B1}"/>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320098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E739B-EA27-4ACD-509E-F4A7091F72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A127E3-F908-717E-8F5E-7B08F0E873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5FC3B8-DA53-F5B9-5961-4BF23A3472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6A54154-353D-B95F-66AA-E6D775BCB3C5}"/>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6" name="Footer Placeholder 5">
            <a:extLst>
              <a:ext uri="{FF2B5EF4-FFF2-40B4-BE49-F238E27FC236}">
                <a16:creationId xmlns:a16="http://schemas.microsoft.com/office/drawing/2014/main" id="{62D18884-516F-A99B-7967-AB5FA6F2C2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DCF331-1E5E-5A32-1A43-50BFCB73254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26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EE842-E9BA-7555-57EA-4787269F15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441316D-3B80-D3CC-5F43-BE150D2C72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A71743-0FBD-70C6-09D7-9C3A0CAAA270}"/>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5" name="Footer Placeholder 4">
            <a:extLst>
              <a:ext uri="{FF2B5EF4-FFF2-40B4-BE49-F238E27FC236}">
                <a16:creationId xmlns:a16="http://schemas.microsoft.com/office/drawing/2014/main" id="{0D4E5691-338F-82C4-AF17-5FF95DFF5F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DECEF5-7F0E-2307-7804-47D28F8697C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920685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BF0CFE-F580-85F1-3788-2D7CE3BE6F7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0E9BFE-BEBA-0F21-BA76-67847CACF21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FDD90-D0D6-AAD5-AE2D-F7A16A68F829}"/>
              </a:ext>
            </a:extLst>
          </p:cNvPr>
          <p:cNvSpPr>
            <a:spLocks noGrp="1"/>
          </p:cNvSpPr>
          <p:nvPr>
            <p:ph type="dt" sz="half" idx="10"/>
          </p:nvPr>
        </p:nvSpPr>
        <p:spPr/>
        <p:txBody>
          <a:bodyPr/>
          <a:lstStyle/>
          <a:p>
            <a:fld id="{3C5E3940-567D-0E4A-B27A-538E5CA3F251}" type="datetimeFigureOut">
              <a:rPr lang="en-US" smtClean="0"/>
              <a:t>06/04/2026</a:t>
            </a:fld>
            <a:endParaRPr lang="en-US"/>
          </a:p>
        </p:txBody>
      </p:sp>
      <p:sp>
        <p:nvSpPr>
          <p:cNvPr id="5" name="Footer Placeholder 4">
            <a:extLst>
              <a:ext uri="{FF2B5EF4-FFF2-40B4-BE49-F238E27FC236}">
                <a16:creationId xmlns:a16="http://schemas.microsoft.com/office/drawing/2014/main" id="{F3C0633C-66B9-B870-14F8-B39D478CD7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AAC40D-D4CE-9738-7E2A-B2BA5CAA03D6}"/>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28422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95A494-CCA6-45BC-BD1F-A3554138AD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4AF228-A5DF-813A-5CAF-C2537225D2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007B4B-3270-9E49-6396-83CCD96BAE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5E3940-567D-0E4A-B27A-538E5CA3F251}" type="datetimeFigureOut">
              <a:rPr lang="en-US" smtClean="0"/>
              <a:t>06/04/2026</a:t>
            </a:fld>
            <a:endParaRPr lang="en-US"/>
          </a:p>
        </p:txBody>
      </p:sp>
      <p:sp>
        <p:nvSpPr>
          <p:cNvPr id="5" name="Footer Placeholder 4">
            <a:extLst>
              <a:ext uri="{FF2B5EF4-FFF2-40B4-BE49-F238E27FC236}">
                <a16:creationId xmlns:a16="http://schemas.microsoft.com/office/drawing/2014/main" id="{0BE01802-BE2D-FBB3-0173-437E67912E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44C1DA6-7FE2-D43F-D737-A8570E28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C04E71-C3B3-D34A-A2EC-B9453AF94C68}" type="slidenum">
              <a:rPr lang="en-US" smtClean="0"/>
              <a:t>‹#›</a:t>
            </a:fld>
            <a:endParaRPr lang="en-US"/>
          </a:p>
        </p:txBody>
      </p:sp>
    </p:spTree>
    <p:extLst>
      <p:ext uri="{BB962C8B-B14F-4D97-AF65-F5344CB8AC3E}">
        <p14:creationId xmlns:p14="http://schemas.microsoft.com/office/powerpoint/2010/main" val="14689940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slideLayout" Target="../slideLayouts/slideLayout2.xml"/><Relationship Id="rId7" Type="http://schemas.openxmlformats.org/officeDocument/2006/relationships/diagramColors" Target="../diagrams/colors2.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 Id="rId9"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m4a"/><Relationship Id="rId1" Type="http://schemas.microsoft.com/office/2007/relationships/media" Target="../media/media2.m4a"/><Relationship Id="rId5" Type="http://schemas.openxmlformats.org/officeDocument/2006/relationships/image" Target="../media/image13.png"/><Relationship Id="rId4" Type="http://schemas.openxmlformats.org/officeDocument/2006/relationships/image" Target="../media/image14.jpeg"/></Relationships>
</file>

<file path=ppt/slides/_rels/slide1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slideLayout" Target="../slideLayouts/slideLayout2.xml"/><Relationship Id="rId7" Type="http://schemas.openxmlformats.org/officeDocument/2006/relationships/diagramColors" Target="../diagrams/colors3.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4a"/><Relationship Id="rId1" Type="http://schemas.microsoft.com/office/2007/relationships/media" Target="../media/media4.m4a"/><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2A397E7-BF60-45B2-84C7-B074B76C37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A Guide to Formula 1 Prize Money: How F1 Prize Money works — The Sporting  Blog">
            <a:extLst>
              <a:ext uri="{FF2B5EF4-FFF2-40B4-BE49-F238E27FC236}">
                <a16:creationId xmlns:a16="http://schemas.microsoft.com/office/drawing/2014/main" id="{EFF0FA00-30C8-B252-C396-CCDF189D321B}"/>
              </a:ext>
            </a:extLst>
          </p:cNvPr>
          <p:cNvPicPr>
            <a:picLocks noChangeAspect="1"/>
          </p:cNvPicPr>
          <p:nvPr/>
        </p:nvPicPr>
        <p:blipFill>
          <a:blip r:embed="rId2">
            <a:alphaModFix/>
          </a:blip>
          <a:srcRect r="23028" b="-1"/>
          <a:stretch>
            <a:fillRect/>
          </a:stretch>
        </p:blipFill>
        <p:spPr>
          <a:xfrm>
            <a:off x="4283902" y="10"/>
            <a:ext cx="7908098" cy="6857992"/>
          </a:xfrm>
          <a:prstGeom prst="rect">
            <a:avLst/>
          </a:prstGeom>
        </p:spPr>
      </p:pic>
      <p:sp>
        <p:nvSpPr>
          <p:cNvPr id="11" name="Rectangle 10">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09020E-F455-E944-BBDA-1052D6751E5E}"/>
              </a:ext>
            </a:extLst>
          </p:cNvPr>
          <p:cNvSpPr>
            <a:spLocks noGrp="1"/>
          </p:cNvSpPr>
          <p:nvPr>
            <p:ph type="ctrTitle"/>
          </p:nvPr>
        </p:nvSpPr>
        <p:spPr>
          <a:xfrm>
            <a:off x="728663" y="1115219"/>
            <a:ext cx="5505449" cy="2387600"/>
          </a:xfrm>
        </p:spPr>
        <p:txBody>
          <a:bodyPr>
            <a:normAutofit/>
          </a:bodyPr>
          <a:lstStyle/>
          <a:p>
            <a:pPr algn="l"/>
            <a:r>
              <a:rPr lang="en-US" sz="3100" b="1">
                <a:solidFill>
                  <a:schemeClr val="bg1"/>
                </a:solidFill>
              </a:rPr>
              <a:t>Which Car Performance &amp; Race Strategy Factors Best Predict a Driver’s Finishing Position?</a:t>
            </a:r>
            <a:br>
              <a:rPr lang="en-US" sz="3100">
                <a:solidFill>
                  <a:schemeClr val="bg1"/>
                </a:solidFill>
              </a:rPr>
            </a:br>
            <a:endParaRPr lang="en-US" sz="3100">
              <a:solidFill>
                <a:schemeClr val="bg1"/>
              </a:solidFill>
            </a:endParaRPr>
          </a:p>
        </p:txBody>
      </p:sp>
      <p:sp>
        <p:nvSpPr>
          <p:cNvPr id="3" name="Subtitle 2">
            <a:extLst>
              <a:ext uri="{FF2B5EF4-FFF2-40B4-BE49-F238E27FC236}">
                <a16:creationId xmlns:a16="http://schemas.microsoft.com/office/drawing/2014/main" id="{86318183-B2C7-364B-BD06-B3B9F040F805}"/>
              </a:ext>
            </a:extLst>
          </p:cNvPr>
          <p:cNvSpPr>
            <a:spLocks noGrp="1"/>
          </p:cNvSpPr>
          <p:nvPr>
            <p:ph type="subTitle" idx="1"/>
          </p:nvPr>
        </p:nvSpPr>
        <p:spPr>
          <a:xfrm>
            <a:off x="728663" y="3902075"/>
            <a:ext cx="5505449" cy="1655762"/>
          </a:xfrm>
        </p:spPr>
        <p:txBody>
          <a:bodyPr>
            <a:normAutofit/>
          </a:bodyPr>
          <a:lstStyle/>
          <a:p>
            <a:pPr algn="l"/>
            <a:r>
              <a:rPr lang="en-US" sz="2000" b="1">
                <a:solidFill>
                  <a:schemeClr val="bg1"/>
                </a:solidFill>
              </a:rPr>
              <a:t>Minh Vo, Jewel Cooper, &amp; Quang Nguyen</a:t>
            </a:r>
          </a:p>
        </p:txBody>
      </p:sp>
      <p:cxnSp>
        <p:nvCxnSpPr>
          <p:cNvPr id="13" name="Straight Connector 12">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8585" y="3681408"/>
            <a:ext cx="1193482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107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4F02F6-349D-954F-B02F-78EBD3017252}"/>
              </a:ext>
            </a:extLst>
          </p:cNvPr>
          <p:cNvSpPr>
            <a:spLocks noGrp="1"/>
          </p:cNvSpPr>
          <p:nvPr>
            <p:ph type="title"/>
          </p:nvPr>
        </p:nvSpPr>
        <p:spPr>
          <a:xfrm>
            <a:off x="640080" y="325369"/>
            <a:ext cx="4368602" cy="1956841"/>
          </a:xfrm>
        </p:spPr>
        <p:txBody>
          <a:bodyPr anchor="b">
            <a:normAutofit/>
          </a:bodyPr>
          <a:lstStyle/>
          <a:p>
            <a:r>
              <a:rPr lang="en-US" sz="5400" b="1"/>
              <a:t>Overview</a:t>
            </a:r>
          </a:p>
        </p:txBody>
      </p:sp>
      <p:sp>
        <p:nvSpPr>
          <p:cNvPr id="25"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A721E59-1DC4-3845-9DB3-10F69E64143F}"/>
              </a:ext>
            </a:extLst>
          </p:cNvPr>
          <p:cNvSpPr>
            <a:spLocks noGrp="1"/>
          </p:cNvSpPr>
          <p:nvPr>
            <p:ph idx="1"/>
          </p:nvPr>
        </p:nvSpPr>
        <p:spPr>
          <a:xfrm>
            <a:off x="640080" y="2872899"/>
            <a:ext cx="4243589" cy="3320668"/>
          </a:xfrm>
        </p:spPr>
        <p:txBody>
          <a:bodyPr>
            <a:normAutofit/>
          </a:bodyPr>
          <a:lstStyle/>
          <a:p>
            <a:r>
              <a:rPr lang="en-US" sz="2200" dirty="0"/>
              <a:t> Goal: Identify patterns that contribute to successful race results</a:t>
            </a:r>
          </a:p>
          <a:p>
            <a:r>
              <a:rPr lang="en-US" sz="2200" dirty="0"/>
              <a:t>Examine how driver performance, tire strategy, and pit stop decisions influence race outcomes</a:t>
            </a:r>
          </a:p>
        </p:txBody>
      </p:sp>
      <p:pic>
        <p:nvPicPr>
          <p:cNvPr id="18" name="Picture 17" descr="Racecar parked on the tracks">
            <a:extLst>
              <a:ext uri="{FF2B5EF4-FFF2-40B4-BE49-F238E27FC236}">
                <a16:creationId xmlns:a16="http://schemas.microsoft.com/office/drawing/2014/main" id="{C4A854C5-CE22-F237-9402-BEA7687D15C4}"/>
              </a:ext>
            </a:extLst>
          </p:cNvPr>
          <p:cNvPicPr>
            <a:picLocks noChangeAspect="1"/>
          </p:cNvPicPr>
          <p:nvPr/>
        </p:nvPicPr>
        <p:blipFill>
          <a:blip r:embed="rId2"/>
          <a:srcRect l="1440" r="29852" b="-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397346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Financial graphs on a dark display">
            <a:extLst>
              <a:ext uri="{FF2B5EF4-FFF2-40B4-BE49-F238E27FC236}">
                <a16:creationId xmlns:a16="http://schemas.microsoft.com/office/drawing/2014/main" id="{BBCF2D17-B276-D818-E48C-6E30C8FBE618}"/>
              </a:ext>
            </a:extLst>
          </p:cNvPr>
          <p:cNvPicPr>
            <a:picLocks noChangeAspect="1"/>
          </p:cNvPicPr>
          <p:nvPr/>
        </p:nvPicPr>
        <p:blipFill>
          <a:blip r:embed="rId3"/>
          <a:srcRect r="2099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3120F26-778C-B7B7-DF77-0C28E45D6372}"/>
              </a:ext>
            </a:extLst>
          </p:cNvPr>
          <p:cNvSpPr>
            <a:spLocks noGrp="1"/>
          </p:cNvSpPr>
          <p:nvPr>
            <p:ph type="title"/>
          </p:nvPr>
        </p:nvSpPr>
        <p:spPr>
          <a:xfrm>
            <a:off x="371094" y="1161288"/>
            <a:ext cx="3438144" cy="1124712"/>
          </a:xfrm>
        </p:spPr>
        <p:txBody>
          <a:bodyPr anchor="b">
            <a:normAutofit/>
          </a:bodyPr>
          <a:lstStyle/>
          <a:p>
            <a:r>
              <a:rPr lang="en-US" sz="2800" b="1">
                <a:solidFill>
                  <a:schemeClr val="bg1"/>
                </a:solidFill>
              </a:rPr>
              <a:t>Purpose of Dataset</a:t>
            </a:r>
            <a:endParaRPr lang="en-US" sz="2800">
              <a:solidFill>
                <a:schemeClr val="bg1"/>
              </a:solidFill>
            </a:endParaRP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0CF9EFD-47CF-7041-EF6F-E05E6B2CBD1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Explore the relationship between performance metrics and final standings</a:t>
            </a:r>
          </a:p>
          <a:p>
            <a:r>
              <a:rPr lang="en-US" sz="1700" dirty="0">
                <a:solidFill>
                  <a:schemeClr val="bg1"/>
                </a:solidFill>
              </a:rPr>
              <a:t>Develop insights that can support predictive analytics in Formula 1 (F1)</a:t>
            </a:r>
          </a:p>
          <a:p>
            <a:r>
              <a:rPr lang="en-US" sz="1700" dirty="0">
                <a:solidFill>
                  <a:schemeClr val="bg1"/>
                </a:solidFill>
              </a:rPr>
              <a:t>Integrate multiple sources of race and telemetry data into </a:t>
            </a:r>
            <a:r>
              <a:rPr lang="en-US" sz="1700">
                <a:solidFill>
                  <a:schemeClr val="bg1"/>
                </a:solidFill>
              </a:rPr>
              <a:t>a single data set</a:t>
            </a:r>
            <a:endParaRPr lang="en-US" sz="1700" dirty="0">
              <a:solidFill>
                <a:schemeClr val="bg1"/>
              </a:solidFill>
            </a:endParaRPr>
          </a:p>
        </p:txBody>
      </p:sp>
    </p:spTree>
    <p:extLst>
      <p:ext uri="{BB962C8B-B14F-4D97-AF65-F5344CB8AC3E}">
        <p14:creationId xmlns:p14="http://schemas.microsoft.com/office/powerpoint/2010/main" val="2745209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E1A8E-333C-9A4B-B5B1-E33654238E02}"/>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Potential Users and Applications</a:t>
            </a:r>
          </a:p>
        </p:txBody>
      </p:sp>
      <p:graphicFrame>
        <p:nvGraphicFramePr>
          <p:cNvPr id="19" name="Content Placeholder 2">
            <a:extLst>
              <a:ext uri="{FF2B5EF4-FFF2-40B4-BE49-F238E27FC236}">
                <a16:creationId xmlns:a16="http://schemas.microsoft.com/office/drawing/2014/main" id="{9525BFBB-1733-4E56-7CB9-66FC870660C2}"/>
              </a:ext>
            </a:extLst>
          </p:cNvPr>
          <p:cNvGraphicFramePr>
            <a:graphicFrameLocks noGrp="1"/>
          </p:cNvGraphicFramePr>
          <p:nvPr>
            <p:ph idx="1"/>
            <p:extLst>
              <p:ext uri="{D42A27DB-BD31-4B8C-83A1-F6EECF244321}">
                <p14:modId xmlns:p14="http://schemas.microsoft.com/office/powerpoint/2010/main" val="251911728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54884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1518A51C-AC5C-224B-83E1-BE4285E72E3E}"/>
              </a:ext>
            </a:extLst>
          </p:cNvPr>
          <p:cNvSpPr>
            <a:spLocks noGrp="1"/>
          </p:cNvSpPr>
          <p:nvPr>
            <p:ph type="title"/>
          </p:nvPr>
        </p:nvSpPr>
        <p:spPr>
          <a:xfrm>
            <a:off x="838200" y="669925"/>
            <a:ext cx="4508946" cy="1325563"/>
          </a:xfrm>
        </p:spPr>
        <p:txBody>
          <a:bodyPr anchor="b">
            <a:normAutofit/>
          </a:bodyPr>
          <a:lstStyle/>
          <a:p>
            <a:pPr algn="r"/>
            <a:r>
              <a:rPr lang="en-US">
                <a:solidFill>
                  <a:schemeClr val="bg1"/>
                </a:solidFill>
              </a:rPr>
              <a:t>Source of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B92F3-2775-4B46-A098-FE988824A88C}"/>
              </a:ext>
            </a:extLst>
          </p:cNvPr>
          <p:cNvSpPr>
            <a:spLocks noGrp="1"/>
          </p:cNvSpPr>
          <p:nvPr>
            <p:ph idx="1"/>
          </p:nvPr>
        </p:nvSpPr>
        <p:spPr>
          <a:xfrm>
            <a:off x="1392667" y="2398957"/>
            <a:ext cx="9406666" cy="3526144"/>
          </a:xfrm>
        </p:spPr>
        <p:txBody>
          <a:bodyPr>
            <a:normAutofit/>
          </a:bodyPr>
          <a:lstStyle/>
          <a:p>
            <a:r>
              <a:rPr lang="en-US" sz="2000" dirty="0">
                <a:solidFill>
                  <a:schemeClr val="bg1"/>
                </a:solidFill>
              </a:rPr>
              <a:t>Combined data from various sources to create a unified data set:</a:t>
            </a:r>
          </a:p>
          <a:p>
            <a:pPr lvl="1"/>
            <a:r>
              <a:rPr lang="en-US" sz="2000" dirty="0">
                <a:solidFill>
                  <a:schemeClr val="bg1"/>
                </a:solidFill>
              </a:rPr>
              <a:t>Telemetry and race performance data from 2023-2025 Formula 1’s </a:t>
            </a:r>
            <a:r>
              <a:rPr lang="en-US" sz="2000" b="1" dirty="0">
                <a:solidFill>
                  <a:schemeClr val="bg1"/>
                </a:solidFill>
              </a:rPr>
              <a:t>OpenF1 API</a:t>
            </a:r>
          </a:p>
          <a:p>
            <a:pPr lvl="1"/>
            <a:r>
              <a:rPr lang="en-US" sz="2000" dirty="0">
                <a:solidFill>
                  <a:schemeClr val="bg1"/>
                </a:solidFill>
              </a:rPr>
              <a:t>Historical race results from </a:t>
            </a:r>
            <a:r>
              <a:rPr lang="en-US" sz="2000" b="1" dirty="0">
                <a:solidFill>
                  <a:schemeClr val="bg1"/>
                </a:solidFill>
              </a:rPr>
              <a:t>StatsF1, </a:t>
            </a:r>
            <a:r>
              <a:rPr lang="en-US" sz="2000" dirty="0">
                <a:solidFill>
                  <a:schemeClr val="bg1"/>
                </a:solidFill>
              </a:rPr>
              <a:t>who publish structured race results for each Grand Prix</a:t>
            </a:r>
            <a:endParaRPr lang="en-US" sz="2000" b="1" dirty="0">
              <a:solidFill>
                <a:schemeClr val="bg1"/>
              </a:solidFill>
            </a:endParaRPr>
          </a:p>
          <a:p>
            <a:r>
              <a:rPr lang="en-US" sz="2000" dirty="0">
                <a:solidFill>
                  <a:schemeClr val="bg1"/>
                </a:solidFill>
              </a:rPr>
              <a:t>Key Variables </a:t>
            </a:r>
          </a:p>
          <a:p>
            <a:pPr lvl="1"/>
            <a:r>
              <a:rPr lang="en-US" sz="2000" dirty="0">
                <a:solidFill>
                  <a:schemeClr val="bg1"/>
                </a:solidFill>
              </a:rPr>
              <a:t>Driver finishing position</a:t>
            </a:r>
          </a:p>
          <a:p>
            <a:pPr lvl="1"/>
            <a:r>
              <a:rPr lang="en-US" sz="2000" dirty="0">
                <a:solidFill>
                  <a:schemeClr val="bg1"/>
                </a:solidFill>
              </a:rPr>
              <a:t>Lap times</a:t>
            </a:r>
          </a:p>
          <a:p>
            <a:pPr lvl="1"/>
            <a:r>
              <a:rPr lang="en-US" sz="2000" dirty="0">
                <a:solidFill>
                  <a:schemeClr val="bg1"/>
                </a:solidFill>
              </a:rPr>
              <a:t>Tire compounds and strategy</a:t>
            </a:r>
          </a:p>
          <a:p>
            <a:pPr lvl="1"/>
            <a:r>
              <a:rPr lang="en-US" sz="2000" dirty="0">
                <a:solidFill>
                  <a:schemeClr val="bg1"/>
                </a:solidFill>
              </a:rPr>
              <a:t>Driver and team performance metrics</a:t>
            </a:r>
          </a:p>
          <a:p>
            <a:endParaRPr lang="en-US" sz="2000" dirty="0">
              <a:solidFill>
                <a:schemeClr val="bg1"/>
              </a:solidFill>
            </a:endParaRP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98431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FCCC1219-0C6D-034C-B5AE-66B28FE2AF5A}"/>
              </a:ext>
            </a:extLst>
          </p:cNvPr>
          <p:cNvSpPr>
            <a:spLocks noGrp="1"/>
          </p:cNvSpPr>
          <p:nvPr>
            <p:ph type="title"/>
          </p:nvPr>
        </p:nvSpPr>
        <p:spPr>
          <a:xfrm>
            <a:off x="838200" y="669925"/>
            <a:ext cx="4508946" cy="1325563"/>
          </a:xfrm>
        </p:spPr>
        <p:txBody>
          <a:bodyPr anchor="b">
            <a:normAutofit/>
          </a:bodyPr>
          <a:lstStyle/>
          <a:p>
            <a:pPr algn="r"/>
            <a:r>
              <a:rPr lang="en-US" dirty="0">
                <a:solidFill>
                  <a:schemeClr val="bg1"/>
                </a:solidFill>
              </a:rPr>
              <a:t>Approach to Acquiring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39B174FE-6367-5942-A419-22ADA79CE723}"/>
              </a:ext>
            </a:extLst>
          </p:cNvPr>
          <p:cNvSpPr>
            <a:spLocks noGrp="1"/>
          </p:cNvSpPr>
          <p:nvPr>
            <p:ph idx="1"/>
          </p:nvPr>
        </p:nvSpPr>
        <p:spPr>
          <a:xfrm>
            <a:off x="1392667" y="2398957"/>
            <a:ext cx="9406666" cy="3526144"/>
          </a:xfrm>
        </p:spPr>
        <p:txBody>
          <a:bodyPr>
            <a:normAutofit/>
          </a:bodyPr>
          <a:lstStyle/>
          <a:p>
            <a:r>
              <a:rPr lang="en-US" sz="2000">
                <a:solidFill>
                  <a:schemeClr val="bg1"/>
                </a:solidFill>
              </a:rPr>
              <a:t>Queried multiple OpenF1 API endpoints (drivers, laps, stints, pit stops, positions, telemetry) </a:t>
            </a:r>
          </a:p>
          <a:p>
            <a:r>
              <a:rPr lang="en-US" sz="2000">
                <a:solidFill>
                  <a:schemeClr val="bg1"/>
                </a:solidFill>
              </a:rPr>
              <a:t>Scraped  race classification tables from StatsF1</a:t>
            </a:r>
          </a:p>
          <a:p>
            <a:r>
              <a:rPr lang="en-US" sz="2000">
                <a:solidFill>
                  <a:schemeClr val="bg1"/>
                </a:solidFill>
              </a:rPr>
              <a:t>Merged datasets using common identifiers such as “race” and “driver”</a:t>
            </a:r>
          </a:p>
          <a:p>
            <a:r>
              <a:rPr lang="en-US" sz="2000">
                <a:solidFill>
                  <a:schemeClr val="bg1"/>
                </a:solidFill>
              </a:rPr>
              <a:t>Validated data quality and consistency before analysis</a:t>
            </a: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9389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Vibrant multicolor checkered floor design">
            <a:extLst>
              <a:ext uri="{FF2B5EF4-FFF2-40B4-BE49-F238E27FC236}">
                <a16:creationId xmlns:a16="http://schemas.microsoft.com/office/drawing/2014/main" id="{49889A20-16CB-9CC2-89BD-20D73A252484}"/>
              </a:ext>
            </a:extLst>
          </p:cNvPr>
          <p:cNvPicPr>
            <a:picLocks noChangeAspect="1"/>
          </p:cNvPicPr>
          <p:nvPr/>
        </p:nvPicPr>
        <p:blipFill>
          <a:blip r:embed="rId2"/>
          <a:srcRect r="14670"/>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312C33B-C395-284A-8535-98395D1F6E71}"/>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Approach to Preprocessing Data</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F55CFF0D-D572-3142-A36C-5EE8C0B06137}"/>
              </a:ext>
            </a:extLst>
          </p:cNvPr>
          <p:cNvSpPr>
            <a:spLocks noGrp="1"/>
          </p:cNvSpPr>
          <p:nvPr>
            <p:ph idx="1"/>
          </p:nvPr>
        </p:nvSpPr>
        <p:spPr>
          <a:xfrm>
            <a:off x="371094" y="2718054"/>
            <a:ext cx="3438906" cy="3207258"/>
          </a:xfrm>
        </p:spPr>
        <p:txBody>
          <a:bodyPr anchor="t">
            <a:normAutofit/>
          </a:bodyPr>
          <a:lstStyle/>
          <a:p>
            <a:r>
              <a:rPr lang="en-US" sz="1700">
                <a:solidFill>
                  <a:schemeClr val="bg1"/>
                </a:solidFill>
              </a:rPr>
              <a:t>Standardized variable names and formats across data sources</a:t>
            </a:r>
          </a:p>
          <a:p>
            <a:r>
              <a:rPr lang="en-US" sz="1700">
                <a:solidFill>
                  <a:schemeClr val="bg1"/>
                </a:solidFill>
              </a:rPr>
              <a:t>Removed duplicate and incomplete records</a:t>
            </a:r>
          </a:p>
          <a:p>
            <a:r>
              <a:rPr lang="en-US" sz="1700">
                <a:solidFill>
                  <a:schemeClr val="bg1"/>
                </a:solidFill>
              </a:rPr>
              <a:t>Handled missing values where necessary</a:t>
            </a:r>
          </a:p>
          <a:p>
            <a:r>
              <a:rPr lang="en-US" sz="1700">
                <a:solidFill>
                  <a:schemeClr val="bg1"/>
                </a:solidFill>
              </a:rPr>
              <a:t>Joined all sources into a single dataset</a:t>
            </a:r>
          </a:p>
        </p:txBody>
      </p:sp>
    </p:spTree>
    <p:extLst>
      <p:ext uri="{BB962C8B-B14F-4D97-AF65-F5344CB8AC3E}">
        <p14:creationId xmlns:p14="http://schemas.microsoft.com/office/powerpoint/2010/main" val="1612097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lue arrows pointing at a red button">
            <a:extLst>
              <a:ext uri="{FF2B5EF4-FFF2-40B4-BE49-F238E27FC236}">
                <a16:creationId xmlns:a16="http://schemas.microsoft.com/office/drawing/2014/main" id="{C873F14F-662C-F2AC-D356-F1F2A270A1D3}"/>
              </a:ext>
            </a:extLst>
          </p:cNvPr>
          <p:cNvPicPr>
            <a:picLocks noChangeAspect="1"/>
          </p:cNvPicPr>
          <p:nvPr/>
        </p:nvPicPr>
        <p:blipFill>
          <a:blip r:embed="rId2"/>
          <a:srcRect r="15617" b="-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4CD119-5868-0A44-B523-6F9234BC943E}"/>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Distribution Approach</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05E2C9C3-D3B6-134D-A713-56229C7F4D3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Examined distributions of finishing position, lap times, pit stops, and telemetry metrics</a:t>
            </a:r>
          </a:p>
          <a:p>
            <a:r>
              <a:rPr lang="en-US" sz="1700" dirty="0">
                <a:solidFill>
                  <a:schemeClr val="bg1"/>
                </a:solidFill>
              </a:rPr>
              <a:t>Evaluated skewness and potential outliers within race performance data</a:t>
            </a:r>
          </a:p>
          <a:p>
            <a:r>
              <a:rPr lang="en-US" sz="1700" dirty="0">
                <a:solidFill>
                  <a:schemeClr val="bg1"/>
                </a:solidFill>
              </a:rPr>
              <a:t>Identified trends, variability, and potential outliers</a:t>
            </a:r>
          </a:p>
          <a:p>
            <a:r>
              <a:rPr lang="en-US" sz="1700" dirty="0">
                <a:solidFill>
                  <a:schemeClr val="bg1"/>
                </a:solidFill>
              </a:rPr>
              <a:t>Evaluated feature distributions prior to modeling</a:t>
            </a:r>
          </a:p>
          <a:p>
            <a:endParaRPr lang="en-US" sz="1700" dirty="0">
              <a:solidFill>
                <a:schemeClr val="bg1"/>
              </a:solidFill>
            </a:endParaRPr>
          </a:p>
          <a:p>
            <a:endParaRPr lang="en-US" sz="1700" dirty="0">
              <a:solidFill>
                <a:schemeClr val="bg1"/>
              </a:solidFill>
            </a:endParaRPr>
          </a:p>
          <a:p>
            <a:endParaRPr lang="en-US" sz="1700" dirty="0">
              <a:solidFill>
                <a:schemeClr val="bg1"/>
              </a:solidFill>
            </a:endParaRPr>
          </a:p>
        </p:txBody>
      </p:sp>
    </p:spTree>
    <p:extLst>
      <p:ext uri="{BB962C8B-B14F-4D97-AF65-F5344CB8AC3E}">
        <p14:creationId xmlns:p14="http://schemas.microsoft.com/office/powerpoint/2010/main" val="2781622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56A079E-9CD9-D84F-AC45-14A954F929FD}"/>
              </a:ext>
            </a:extLst>
          </p:cNvPr>
          <p:cNvSpPr>
            <a:spLocks noGrp="1"/>
          </p:cNvSpPr>
          <p:nvPr>
            <p:ph type="title"/>
          </p:nvPr>
        </p:nvSpPr>
        <p:spPr>
          <a:xfrm>
            <a:off x="838200" y="1195697"/>
            <a:ext cx="3200400" cy="4238118"/>
          </a:xfrm>
        </p:spPr>
        <p:txBody>
          <a:bodyPr>
            <a:normAutofit/>
          </a:bodyPr>
          <a:lstStyle/>
          <a:p>
            <a:r>
              <a:rPr lang="en-US">
                <a:solidFill>
                  <a:schemeClr val="bg1"/>
                </a:solidFill>
              </a:rPr>
              <a:t>Discussion of Access Rights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dirty="0"/>
            </a:p>
          </p:txBody>
        </p:sp>
      </p:grpSp>
      <p:graphicFrame>
        <p:nvGraphicFramePr>
          <p:cNvPr id="5" name="Content Placeholder 2">
            <a:extLst>
              <a:ext uri="{FF2B5EF4-FFF2-40B4-BE49-F238E27FC236}">
                <a16:creationId xmlns:a16="http://schemas.microsoft.com/office/drawing/2014/main" id="{5807AABD-9670-B89F-5260-4AE849C2FF2B}"/>
              </a:ext>
            </a:extLst>
          </p:cNvPr>
          <p:cNvGraphicFramePr>
            <a:graphicFrameLocks noGrp="1"/>
          </p:cNvGraphicFramePr>
          <p:nvPr>
            <p:ph idx="1"/>
            <p:extLst>
              <p:ext uri="{D42A27DB-BD31-4B8C-83A1-F6EECF244321}">
                <p14:modId xmlns:p14="http://schemas.microsoft.com/office/powerpoint/2010/main" val="1603987224"/>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48" name="Audio 47">
            <a:extLst>
              <a:ext uri="{FF2B5EF4-FFF2-40B4-BE49-F238E27FC236}">
                <a16:creationId xmlns:a16="http://schemas.microsoft.com/office/drawing/2014/main" id="{D61F1B5D-A794-B5B1-9972-FD9FBAE891A2}"/>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3288101558"/>
      </p:ext>
    </p:extLst>
  </p:cSld>
  <p:clrMapOvr>
    <a:masterClrMapping/>
  </p:clrMapOvr>
  <mc:AlternateContent xmlns:mc="http://schemas.openxmlformats.org/markup-compatibility/2006" xmlns:p14="http://schemas.microsoft.com/office/powerpoint/2010/main">
    <mc:Choice Requires="p14">
      <p:transition spd="slow" p14:dur="2000" advTm="87393"/>
    </mc:Choice>
    <mc:Fallback xmlns="">
      <p:transition spd="slow" advTm="8739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4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8B337B21-1E26-A847-AC61-FDA5EEFBFA48}"/>
              </a:ext>
            </a:extLst>
          </p:cNvPr>
          <p:cNvSpPr>
            <a:spLocks noGrp="1"/>
          </p:cNvSpPr>
          <p:nvPr>
            <p:ph type="title"/>
          </p:nvPr>
        </p:nvSpPr>
        <p:spPr>
          <a:xfrm>
            <a:off x="838200" y="448721"/>
            <a:ext cx="4707671" cy="1225650"/>
          </a:xfrm>
        </p:spPr>
        <p:txBody>
          <a:bodyPr anchor="b">
            <a:normAutofit/>
          </a:bodyPr>
          <a:lstStyle/>
          <a:p>
            <a:r>
              <a:rPr lang="en-US" sz="3800">
                <a:solidFill>
                  <a:schemeClr val="bg1"/>
                </a:solidFill>
              </a:rPr>
              <a:t>Issues and Limitations</a:t>
            </a:r>
          </a:p>
        </p:txBody>
      </p:sp>
      <p:cxnSp>
        <p:nvCxnSpPr>
          <p:cNvPr id="18" name="Straight Connector 17">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6681F8-49AF-094B-8AE8-6157C5F0B6F6}"/>
              </a:ext>
            </a:extLst>
          </p:cNvPr>
          <p:cNvSpPr>
            <a:spLocks noGrp="1"/>
          </p:cNvSpPr>
          <p:nvPr>
            <p:ph idx="1"/>
          </p:nvPr>
        </p:nvSpPr>
        <p:spPr>
          <a:xfrm>
            <a:off x="897769" y="1909192"/>
            <a:ext cx="4586513" cy="3647710"/>
          </a:xfrm>
        </p:spPr>
        <p:txBody>
          <a:bodyPr>
            <a:normAutofit/>
          </a:bodyPr>
          <a:lstStyle/>
          <a:p>
            <a:r>
              <a:rPr lang="en-US" sz="2000" dirty="0">
                <a:solidFill>
                  <a:schemeClr val="bg1"/>
                </a:solidFill>
              </a:rPr>
              <a:t>Some OpenF1 endpoints had incomplete coverage across sessions</a:t>
            </a:r>
          </a:p>
          <a:p>
            <a:r>
              <a:rPr lang="en-US" sz="2000" dirty="0">
                <a:solidFill>
                  <a:schemeClr val="bg1"/>
                </a:solidFill>
              </a:rPr>
              <a:t>Telemetry data is quite large, requiring aggregation </a:t>
            </a:r>
          </a:p>
          <a:p>
            <a:r>
              <a:rPr lang="en-US" sz="2000" dirty="0">
                <a:solidFill>
                  <a:schemeClr val="bg1"/>
                </a:solidFill>
              </a:rPr>
              <a:t>Weather, incidents, and mechanical failures may not be fully captured </a:t>
            </a:r>
          </a:p>
          <a:p>
            <a:r>
              <a:rPr lang="en-US" sz="2000" dirty="0">
                <a:solidFill>
                  <a:schemeClr val="bg1"/>
                </a:solidFill>
              </a:rPr>
              <a:t>Results are limited to the 2023 Formula 1 season</a:t>
            </a:r>
          </a:p>
        </p:txBody>
      </p:sp>
      <p:cxnSp>
        <p:nvCxnSpPr>
          <p:cNvPr id="19" name="Straight Connector 18">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20" name="Picture 19" descr="Circuit board background">
            <a:extLst>
              <a:ext uri="{FF2B5EF4-FFF2-40B4-BE49-F238E27FC236}">
                <a16:creationId xmlns:a16="http://schemas.microsoft.com/office/drawing/2014/main" id="{5FB957AA-9138-FC5D-D847-5FD20273ED01}"/>
              </a:ext>
            </a:extLst>
          </p:cNvPr>
          <p:cNvPicPr>
            <a:picLocks noChangeAspect="1"/>
          </p:cNvPicPr>
          <p:nvPr/>
        </p:nvPicPr>
        <p:blipFill>
          <a:blip r:embed="rId4"/>
          <a:stretch>
            <a:fillRect/>
          </a:stretch>
        </p:blipFill>
        <p:spPr>
          <a:xfrm>
            <a:off x="6525453" y="1544873"/>
            <a:ext cx="5666547" cy="3768253"/>
          </a:xfrm>
          <a:prstGeom prst="rect">
            <a:avLst/>
          </a:prstGeom>
        </p:spPr>
      </p:pic>
      <p:pic>
        <p:nvPicPr>
          <p:cNvPr id="11" name="Audio 10">
            <a:extLst>
              <a:ext uri="{FF2B5EF4-FFF2-40B4-BE49-F238E27FC236}">
                <a16:creationId xmlns:a16="http://schemas.microsoft.com/office/drawing/2014/main" id="{1250E00B-4067-D990-7F90-638CF410CD3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2645747481"/>
      </p:ext>
    </p:extLst>
  </p:cSld>
  <p:clrMapOvr>
    <a:masterClrMapping/>
  </p:clrMapOvr>
  <mc:AlternateContent xmlns:mc="http://schemas.openxmlformats.org/markup-compatibility/2006" xmlns:p14="http://schemas.microsoft.com/office/powerpoint/2010/main">
    <mc:Choice Requires="p14">
      <p:transition spd="slow" p14:dur="2000" advTm="160064"/>
    </mc:Choice>
    <mc:Fallback xmlns="">
      <p:transition spd="slow" advTm="16006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1"/>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5B479FCD-BFB8-A542-BFAA-4C03B0C72546}"/>
              </a:ext>
            </a:extLst>
          </p:cNvPr>
          <p:cNvSpPr>
            <a:spLocks noGrp="1"/>
          </p:cNvSpPr>
          <p:nvPr>
            <p:ph type="title"/>
          </p:nvPr>
        </p:nvSpPr>
        <p:spPr>
          <a:xfrm>
            <a:off x="1225292" y="1450655"/>
            <a:ext cx="3932030" cy="3956690"/>
          </a:xfrm>
        </p:spPr>
        <p:txBody>
          <a:bodyPr anchor="ctr">
            <a:normAutofit/>
          </a:bodyPr>
          <a:lstStyle/>
          <a:p>
            <a:r>
              <a:rPr lang="en-US" sz="5000">
                <a:solidFill>
                  <a:schemeClr val="bg1"/>
                </a:solidFill>
              </a:rPr>
              <a:t>Team and Contributions</a:t>
            </a:r>
          </a:p>
        </p:txBody>
      </p:sp>
      <p:cxnSp>
        <p:nvCxnSpPr>
          <p:cNvPr id="22" name="Straight Connector 21">
            <a:extLst>
              <a:ext uri="{FF2B5EF4-FFF2-40B4-BE49-F238E27FC236}">
                <a16:creationId xmlns:a16="http://schemas.microsoft.com/office/drawing/2014/main" id="{067633D1-6EE6-4118-B9F0-B363477BEE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1450655"/>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AD7FFC6-42A9-49CB-B5E9-B3F6B03833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5408571"/>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8A35B8B6-79FF-4980-C4D6-7AFD8D83E00C}"/>
              </a:ext>
            </a:extLst>
          </p:cNvPr>
          <p:cNvGraphicFramePr>
            <a:graphicFrameLocks noGrp="1"/>
          </p:cNvGraphicFramePr>
          <p:nvPr>
            <p:ph idx="1"/>
            <p:extLst>
              <p:ext uri="{D42A27DB-BD31-4B8C-83A1-F6EECF244321}">
                <p14:modId xmlns:p14="http://schemas.microsoft.com/office/powerpoint/2010/main" val="2033715347"/>
              </p:ext>
            </p:extLst>
          </p:nvPr>
        </p:nvGraphicFramePr>
        <p:xfrm>
          <a:off x="5728502" y="685800"/>
          <a:ext cx="5878512" cy="54864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4" name="Audio 13">
            <a:extLst>
              <a:ext uri="{FF2B5EF4-FFF2-40B4-BE49-F238E27FC236}">
                <a16:creationId xmlns:a16="http://schemas.microsoft.com/office/drawing/2014/main" id="{20915839-02E0-F93F-D781-C003AF1F6075}"/>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4008387317"/>
      </p:ext>
    </p:extLst>
  </p:cSld>
  <p:clrMapOvr>
    <a:masterClrMapping/>
  </p:clrMapOvr>
  <mc:AlternateContent xmlns:mc="http://schemas.openxmlformats.org/markup-compatibility/2006" xmlns:p14="http://schemas.microsoft.com/office/powerpoint/2010/main">
    <mc:Choice Requires="p14">
      <p:transition spd="slow" p14:dur="2000" advTm="54881"/>
    </mc:Choice>
    <mc:Fallback xmlns="">
      <p:transition spd="slow" advTm="5488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4"/>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50000"/>
                </a:schemeClr>
              </a:solidFill>
            </a:endParaRPr>
          </a:p>
        </p:txBody>
      </p:sp>
      <p:sp>
        <p:nvSpPr>
          <p:cNvPr id="2" name="Title 1">
            <a:extLst>
              <a:ext uri="{FF2B5EF4-FFF2-40B4-BE49-F238E27FC236}">
                <a16:creationId xmlns:a16="http://schemas.microsoft.com/office/drawing/2014/main" id="{6FB5FAB7-7327-896A-6AFA-B31C84425E20}"/>
              </a:ext>
            </a:extLst>
          </p:cNvPr>
          <p:cNvSpPr>
            <a:spLocks noGrp="1"/>
          </p:cNvSpPr>
          <p:nvPr>
            <p:ph type="title"/>
          </p:nvPr>
        </p:nvSpPr>
        <p:spPr>
          <a:xfrm>
            <a:off x="1932903" y="949325"/>
            <a:ext cx="8071706" cy="2387600"/>
          </a:xfrm>
        </p:spPr>
        <p:txBody>
          <a:bodyPr vert="horz" lIns="91440" tIns="45720" rIns="91440" bIns="45720" rtlCol="0" anchor="b">
            <a:normAutofit/>
          </a:bodyPr>
          <a:lstStyle/>
          <a:p>
            <a:r>
              <a:rPr lang="en-US" sz="6600" kern="1200">
                <a:solidFill>
                  <a:schemeClr val="bg1"/>
                </a:solidFill>
                <a:latin typeface="+mj-lt"/>
                <a:ea typeface="+mj-ea"/>
                <a:cs typeface="+mj-cs"/>
              </a:rPr>
              <a:t>	THANK YOU!</a:t>
            </a:r>
          </a:p>
        </p:txBody>
      </p:sp>
      <p:cxnSp>
        <p:nvCxnSpPr>
          <p:cNvPr id="9" name="Straight Connector 8">
            <a:extLst>
              <a:ext uri="{FF2B5EF4-FFF2-40B4-BE49-F238E27FC236}">
                <a16:creationId xmlns:a16="http://schemas.microsoft.com/office/drawing/2014/main" id="{EC4521DE-248E-440D-AAD6-FD9E7D34B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285" y="0"/>
            <a:ext cx="0" cy="685800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2C13FA-4C0F-42D0-9626-5BA6040D8C3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6252485"/>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6" name="Audio 5">
            <a:extLst>
              <a:ext uri="{FF2B5EF4-FFF2-40B4-BE49-F238E27FC236}">
                <a16:creationId xmlns:a16="http://schemas.microsoft.com/office/drawing/2014/main" id="{11634080-A720-622C-8E7B-D2C740C11CBE}"/>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11226800" y="5892800"/>
            <a:ext cx="812800" cy="812800"/>
          </a:xfrm>
          <a:prstGeom prst="rect">
            <a:avLst/>
          </a:prstGeom>
        </p:spPr>
      </p:pic>
    </p:spTree>
    <p:extLst>
      <p:ext uri="{BB962C8B-B14F-4D97-AF65-F5344CB8AC3E}">
        <p14:creationId xmlns:p14="http://schemas.microsoft.com/office/powerpoint/2010/main" val="1947069911"/>
      </p:ext>
    </p:extLst>
  </p:cSld>
  <p:clrMapOvr>
    <a:masterClrMapping/>
  </p:clrMapOvr>
  <mc:AlternateContent xmlns:mc="http://schemas.openxmlformats.org/markup-compatibility/2006" xmlns:p14="http://schemas.microsoft.com/office/powerpoint/2010/main">
    <mc:Choice Requires="p14">
      <p:transition spd="slow" p14:dur="2000" advTm="47168"/>
    </mc:Choice>
    <mc:Fallback xmlns="">
      <p:transition spd="slow" advTm="4716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6"/>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977F4A02A317C42B024828369745087" ma:contentTypeVersion="1" ma:contentTypeDescription="Create a new document." ma:contentTypeScope="" ma:versionID="c4dd34d2f253302d809d0638651758a5">
  <xsd:schema xmlns:xsd="http://www.w3.org/2001/XMLSchema" xmlns:xs="http://www.w3.org/2001/XMLSchema" xmlns:p="http://schemas.microsoft.com/office/2006/metadata/properties" xmlns:ns3="19149eaa-78a7-4c13-bd81-fa7ad81bba69" targetNamespace="http://schemas.microsoft.com/office/2006/metadata/properties" ma:root="true" ma:fieldsID="b1f8b89e39192d90fca2f9d2c18adb86" ns3:_="">
    <xsd:import namespace="19149eaa-78a7-4c13-bd81-fa7ad81bba69"/>
    <xsd:element name="properties">
      <xsd:complexType>
        <xsd:sequence>
          <xsd:element name="documentManagement">
            <xsd:complexType>
              <xsd:all>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149eaa-78a7-4c13-bd81-fa7ad81bba6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022A0F6-B6FD-4379-AC99-1FBF977FED2B}">
  <ds:schemaRefs>
    <ds:schemaRef ds:uri="http://purl.org/dc/elements/1.1/"/>
    <ds:schemaRef ds:uri="http://schemas.microsoft.com/office/2006/metadata/properties"/>
    <ds:schemaRef ds:uri="http://purl.org/dc/dcmitype/"/>
    <ds:schemaRef ds:uri="http://purl.org/dc/terms/"/>
    <ds:schemaRef ds:uri="http://www.w3.org/XML/1998/namespace"/>
    <ds:schemaRef ds:uri="http://schemas.microsoft.com/office/2006/documentManagement/types"/>
    <ds:schemaRef ds:uri="http://schemas.microsoft.com/office/infopath/2007/PartnerControls"/>
    <ds:schemaRef ds:uri="http://schemas.openxmlformats.org/package/2006/metadata/core-properties"/>
    <ds:schemaRef ds:uri="19149eaa-78a7-4c13-bd81-fa7ad81bba69"/>
  </ds:schemaRefs>
</ds:datastoreItem>
</file>

<file path=customXml/itemProps2.xml><?xml version="1.0" encoding="utf-8"?>
<ds:datastoreItem xmlns:ds="http://schemas.openxmlformats.org/officeDocument/2006/customXml" ds:itemID="{D43A19D8-B8BC-41EF-B29F-C5418F08156C}">
  <ds:schemaRefs>
    <ds:schemaRef ds:uri="http://schemas.microsoft.com/sharepoint/v3/contenttype/forms"/>
  </ds:schemaRefs>
</ds:datastoreItem>
</file>

<file path=customXml/itemProps3.xml><?xml version="1.0" encoding="utf-8"?>
<ds:datastoreItem xmlns:ds="http://schemas.openxmlformats.org/officeDocument/2006/customXml" ds:itemID="{0D815BB1-DFC0-4E1E-9A9F-1CA2AA9A35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9149eaa-78a7-4c13-bd81-fa7ad81bba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594</TotalTime>
  <Words>571</Words>
  <Application>Microsoft Office PowerPoint</Application>
  <PresentationFormat>Widescreen</PresentationFormat>
  <Paragraphs>66</Paragraphs>
  <Slides>12</Slides>
  <Notes>2</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Calibri</vt:lpstr>
      <vt:lpstr>Office Theme</vt:lpstr>
      <vt:lpstr>Which Car Performance &amp; Race Strategy Factors Best Predict a Driver’s Finishing Position? </vt:lpstr>
      <vt:lpstr>Overview</vt:lpstr>
      <vt:lpstr>Purpose of Dataset</vt:lpstr>
      <vt:lpstr>Potential Users and Applications</vt:lpstr>
      <vt:lpstr>Source of Data</vt:lpstr>
      <vt:lpstr>Approach to Acquiring Data</vt:lpstr>
      <vt:lpstr>Approach to Preprocessing Data</vt:lpstr>
      <vt:lpstr>Distribution Approach</vt:lpstr>
      <vt:lpstr>Discussion of Access Rights</vt:lpstr>
      <vt:lpstr>Issues and Limitations</vt:lpstr>
      <vt:lpstr>Team and Contributions</vt:lpstr>
      <vt:lpstr>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MacLellan,Christopher</dc:creator>
  <cp:lastModifiedBy>Nguyen,Quang</cp:lastModifiedBy>
  <cp:revision>6</cp:revision>
  <dcterms:created xsi:type="dcterms:W3CDTF">2020-11-27T17:46:31Z</dcterms:created>
  <dcterms:modified xsi:type="dcterms:W3CDTF">2026-06-04T17:00:27Z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0x0101001977F4A02A317C42B024828369745087</vt:lpwstr>
  </property>
</Properties>
</file>