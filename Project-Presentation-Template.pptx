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1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D7B380-1ACD-4215-A8EF-7F81B337F35B}" v="2" dt="2026-05-28T00:17:20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wel Cooper" userId="9990a5e7a740e4be" providerId="LiveId" clId="{3461AC69-CAA4-4315-B298-9D3477C8BDF2}"/>
    <pc:docChg chg="custSel modSld">
      <pc:chgData name="Jewel Cooper" userId="9990a5e7a740e4be" providerId="LiveId" clId="{3461AC69-CAA4-4315-B298-9D3477C8BDF2}" dt="2026-05-28T00:41:20.598" v="1173" actId="20577"/>
      <pc:docMkLst>
        <pc:docMk/>
      </pc:docMkLst>
      <pc:sldChg chg="modSp mod">
        <pc:chgData name="Jewel Cooper" userId="9990a5e7a740e4be" providerId="LiveId" clId="{3461AC69-CAA4-4315-B298-9D3477C8BDF2}" dt="2026-05-27T23:22:57.619" v="97" actId="1076"/>
        <pc:sldMkLst>
          <pc:docMk/>
          <pc:sldMk cId="831070309" sldId="256"/>
        </pc:sldMkLst>
        <pc:spChg chg="mod">
          <ac:chgData name="Jewel Cooper" userId="9990a5e7a740e4be" providerId="LiveId" clId="{3461AC69-CAA4-4315-B298-9D3477C8BDF2}" dt="2026-05-27T23:22:53.337" v="96" actId="1076"/>
          <ac:spMkLst>
            <pc:docMk/>
            <pc:sldMk cId="831070309" sldId="256"/>
            <ac:spMk id="2" creationId="{D709020E-F455-E944-BBDA-1052D6751E5E}"/>
          </ac:spMkLst>
        </pc:spChg>
        <pc:spChg chg="mod">
          <ac:chgData name="Jewel Cooper" userId="9990a5e7a740e4be" providerId="LiveId" clId="{3461AC69-CAA4-4315-B298-9D3477C8BDF2}" dt="2026-05-27T23:22:57.619" v="97" actId="1076"/>
          <ac:spMkLst>
            <pc:docMk/>
            <pc:sldMk cId="831070309" sldId="256"/>
            <ac:spMk id="3" creationId="{86318183-B2C7-364B-BD06-B3B9F040F805}"/>
          </ac:spMkLst>
        </pc:spChg>
      </pc:sldChg>
      <pc:sldChg chg="modSp mod">
        <pc:chgData name="Jewel Cooper" userId="9990a5e7a740e4be" providerId="LiveId" clId="{3461AC69-CAA4-4315-B298-9D3477C8BDF2}" dt="2026-05-28T00:22:48.207" v="679" actId="20577"/>
        <pc:sldMkLst>
          <pc:docMk/>
          <pc:sldMk cId="2397346906" sldId="257"/>
        </pc:sldMkLst>
        <pc:spChg chg="mod">
          <ac:chgData name="Jewel Cooper" userId="9990a5e7a740e4be" providerId="LiveId" clId="{3461AC69-CAA4-4315-B298-9D3477C8BDF2}" dt="2026-05-28T00:22:48.207" v="679" actId="20577"/>
          <ac:spMkLst>
            <pc:docMk/>
            <pc:sldMk cId="2397346906" sldId="257"/>
            <ac:spMk id="3" creationId="{3A721E59-1DC4-3845-9DB3-10F69E64143F}"/>
          </ac:spMkLst>
        </pc:spChg>
      </pc:sldChg>
      <pc:sldChg chg="modSp">
        <pc:chgData name="Jewel Cooper" userId="9990a5e7a740e4be" providerId="LiveId" clId="{3461AC69-CAA4-4315-B298-9D3477C8BDF2}" dt="2026-05-28T00:17:20.845" v="616"/>
        <pc:sldMkLst>
          <pc:docMk/>
          <pc:sldMk cId="3298431866" sldId="258"/>
        </pc:sldMkLst>
        <pc:spChg chg="mod">
          <ac:chgData name="Jewel Cooper" userId="9990a5e7a740e4be" providerId="LiveId" clId="{3461AC69-CAA4-4315-B298-9D3477C8BDF2}" dt="2026-05-28T00:17:20.845" v="616"/>
          <ac:spMkLst>
            <pc:docMk/>
            <pc:sldMk cId="3298431866" sldId="258"/>
            <ac:spMk id="3" creationId="{69AB92F3-2775-4B46-A098-FE988824A88C}"/>
          </ac:spMkLst>
        </pc:spChg>
      </pc:sldChg>
      <pc:sldChg chg="modSp mod">
        <pc:chgData name="Jewel Cooper" userId="9990a5e7a740e4be" providerId="LiveId" clId="{3461AC69-CAA4-4315-B298-9D3477C8BDF2}" dt="2026-05-28T00:41:20.598" v="1173" actId="20577"/>
        <pc:sldMkLst>
          <pc:docMk/>
          <pc:sldMk cId="1054884919" sldId="259"/>
        </pc:sldMkLst>
        <pc:spChg chg="mod">
          <ac:chgData name="Jewel Cooper" userId="9990a5e7a740e4be" providerId="LiveId" clId="{3461AC69-CAA4-4315-B298-9D3477C8BDF2}" dt="2026-05-28T00:41:20.598" v="1173" actId="20577"/>
          <ac:spMkLst>
            <pc:docMk/>
            <pc:sldMk cId="1054884919" sldId="259"/>
            <ac:spMk id="3" creationId="{ABE874BC-25A7-444E-AAB7-2E4A426FEBDC}"/>
          </ac:spMkLst>
        </pc:spChg>
      </pc:sldChg>
    </pc:docChg>
  </pc:docChgLst>
  <pc:docChgLst>
    <pc:chgData name="Nguyen,Quang" userId="23891ed8-be2c-452b-90d3-fcb364b9bbff" providerId="ADAL" clId="{34BD0BAB-0731-4425-A030-A15B82932F5E}"/>
    <pc:docChg chg="modSld">
      <pc:chgData name="Nguyen,Quang" userId="23891ed8-be2c-452b-90d3-fcb364b9bbff" providerId="ADAL" clId="{34BD0BAB-0731-4425-A030-A15B82932F5E}" dt="2026-05-14T03:40:42.088" v="3" actId="20577"/>
      <pc:docMkLst>
        <pc:docMk/>
      </pc:docMkLst>
      <pc:sldChg chg="modSp mod">
        <pc:chgData name="Nguyen,Quang" userId="23891ed8-be2c-452b-90d3-fcb364b9bbff" providerId="ADAL" clId="{34BD0BAB-0731-4425-A030-A15B82932F5E}" dt="2026-05-14T03:40:42.088" v="3" actId="20577"/>
        <pc:sldMkLst>
          <pc:docMk/>
          <pc:sldMk cId="831070309" sldId="256"/>
        </pc:sldMkLst>
        <pc:spChg chg="mod">
          <ac:chgData name="Nguyen,Quang" userId="23891ed8-be2c-452b-90d3-fcb364b9bbff" providerId="ADAL" clId="{34BD0BAB-0731-4425-A030-A15B82932F5E}" dt="2026-05-14T03:40:42.088" v="3" actId="20577"/>
          <ac:spMkLst>
            <pc:docMk/>
            <pc:sldMk cId="831070309" sldId="256"/>
            <ac:spMk id="2" creationId="{D709020E-F455-E944-BBDA-1052D6751E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3E23-A5C1-6A42-9A26-FFFEBB0CD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FA3F3-7D43-8946-A2D9-9292CA2D9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5F98C-3658-9642-9833-AD1737308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27C1E-8ECA-4B41-81B0-47038D41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174E7-C487-4C4A-9489-E617BE14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0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AC13-2165-974B-8D7E-C72B3D42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1D158-5609-9748-AF3C-D788CC36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2E80E-8FCC-E349-B390-0E349100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EB36-EB94-BB4E-AA42-06E46430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B1BF6-B91C-634D-9ADF-D7BD5C72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82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B101B-78E9-B44E-9F77-E46DD21E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813B8-D3DA-4545-B7CC-22B02C6CD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61B46-0F32-3F45-A625-2C93C951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DED78-E670-2A42-9089-91393566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C1BB-B882-7943-9113-CC4F0972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8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D891-8BF4-3C4F-AC6A-9E618C92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1A334-08BB-AE48-AE73-7FE5CCB8C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1550F-82A1-1C44-A198-6A4475411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3DC0B-581B-D840-BCC5-69753D2CB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75984-75C0-F845-9023-0EF10FC2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739E8-CB1E-0C44-BFF2-9602B819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9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503CD-4F85-9441-A784-313C29B6C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E4A30-D063-0642-9B37-AEFA1CD13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55E47-99D9-8E48-9F04-F0270C7F2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A8E28-E10C-A043-9815-1C80365E6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36B27-6205-ED44-9AC9-1A7BBCDC7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539D4-24A2-6E45-AFAA-AC045EE9C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BCC2D-10DE-554C-B73B-8F0C1125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B3EA4-8603-8044-966D-8C77A33B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5192-E4B8-2F4A-9A46-FCEF03590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16E7D-B3E9-9A42-9FBD-30244D780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0020B4-2AB9-BA44-806D-0C8BB4587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12544-7B01-E546-B6F9-8B443492B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E4D4D3-D5A5-2141-940C-1909F5BD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C45E32-9BD9-A94F-97F7-92EB20A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5BF7B-6BD8-FA43-816F-6B2C3A5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94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55B9-0021-A94E-A5A8-1FB808273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D541F-A43C-A842-8306-DA782FA22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DF5C-CC8F-4C43-BEF6-4E259939E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98931-D354-674F-9C50-4A65946B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9C04C-075E-6142-AFE9-813F37BB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17510-F964-4042-ACF7-AFF333698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41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E5F1-BDCE-7140-A310-B15696ED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2AE69-37C1-A244-8E4B-7D377C2B5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641B0-3485-3C45-9847-4F76D9352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468270-E8F6-1048-B6A2-E3DD12651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6BF89-636D-A441-B70A-C7172EC2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12409-A527-A247-B24D-6FCC198EF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1FF8-B232-2F42-A26C-8E9A52EF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4E898-C77F-7544-862D-CBD01AF5E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B8B0-CB61-7C4B-8CD7-EE646BC1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C12D5-A705-A945-A721-C3B7AD953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D9FE3-814C-6C48-B3A6-B5B58E84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682CC-F3F7-9240-A8D9-78F29B04F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672DB-7397-654F-A671-EA022D24F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29740-A59D-5F4F-B96F-492FC3AD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92B13-B4E7-B34D-B4C1-AD19C5EF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1AC1-E083-E44C-9D6B-430E26B2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5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00CA0-A38B-6D49-B3B8-4AF4D2A0A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604E0-4B42-1540-93A9-FFF7A0A92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E37D-E175-764F-ACC8-4EDC6CC7D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E3940-567D-0E4A-B27A-538E5CA3F251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C76AF-BC12-0F48-8F65-6FADBF473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0D68E-2D25-4E4E-8CC2-5E94D0DE6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04E71-C3B3-D34A-A2EC-B9453AF94C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3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020E-F455-E944-BBDA-1052D6751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188" y="18204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Which car performance and race strategy factors best predict a driver's finishing position?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18183-B2C7-364B-BD06-B3B9F040F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8968" y="4524298"/>
            <a:ext cx="7796980" cy="952270"/>
          </a:xfrm>
        </p:spPr>
        <p:txBody>
          <a:bodyPr/>
          <a:lstStyle/>
          <a:p>
            <a:r>
              <a:rPr lang="en-US" b="1" dirty="0"/>
              <a:t>Minh Vo, Jewel Cooper, &amp; Quang Nguyen</a:t>
            </a:r>
          </a:p>
        </p:txBody>
      </p:sp>
    </p:spTree>
    <p:extLst>
      <p:ext uri="{BB962C8B-B14F-4D97-AF65-F5344CB8AC3E}">
        <p14:creationId xmlns:p14="http://schemas.microsoft.com/office/powerpoint/2010/main" val="831070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F02F6-349D-954F-B02F-78EBD301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Purpose of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21E59-1DC4-3845-9DB3-10F69E641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734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1A8E-333C-9A4B-B5B1-E3365423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Users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74BC-25A7-444E-AAB7-2E4A426FE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96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Sports Broadcasters developing predictive models for future race performance outcomes</a:t>
            </a:r>
          </a:p>
          <a:p>
            <a:r>
              <a:rPr lang="en-US" dirty="0"/>
              <a:t>F1 pit crew for race strategy at pit stops and tire management</a:t>
            </a:r>
          </a:p>
          <a:p>
            <a:r>
              <a:rPr lang="en-US" dirty="0"/>
              <a:t>Sports analytics researchers for performance optimization </a:t>
            </a:r>
          </a:p>
          <a:p>
            <a:r>
              <a:rPr lang="en-US" dirty="0"/>
              <a:t>App developers creating </a:t>
            </a:r>
            <a:r>
              <a:rPr lang="en-US"/>
              <a:t>fan engagement 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884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A51C-AC5C-224B-83E1-BE4285E7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92F3-2775-4B46-A098-FE988824A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Combined data from various sources to create a unified data set:</a:t>
            </a:r>
          </a:p>
          <a:p>
            <a:pPr lvl="1"/>
            <a:r>
              <a:rPr lang="en-US" dirty="0"/>
              <a:t>Telemetry and performance data from 2023 Formula 1’s </a:t>
            </a:r>
            <a:r>
              <a:rPr lang="en-US" b="1" dirty="0"/>
              <a:t>OpenF1 API</a:t>
            </a:r>
          </a:p>
          <a:p>
            <a:pPr lvl="1"/>
            <a:r>
              <a:rPr lang="en-US" dirty="0"/>
              <a:t>Historical race results from </a:t>
            </a:r>
            <a:r>
              <a:rPr lang="en-US" b="1" dirty="0"/>
              <a:t>StatsF1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43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1219-0C6D-034C-B5AE-66B28FE2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Acquiring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174FE-6367-5942-A419-22ADA79C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8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2C33B-C395-284A-8535-98395D1F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Preprocessing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CFF0D-D572-3142-A36C-5EE8C0B06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7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D119-5868-0A44-B523-6F9234BC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C9C3-D3B6-134D-A713-56229C7F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22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079E-9CD9-D84F-AC45-14A954F9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of Access Rights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F7FD3-C115-7C41-AA01-0FEA68716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7B21-1E26-A847-AC61-FDA5EEFBF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681F8-49AF-094B-8AE8-6157C5F0B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4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9FCD-BFB8-A542-BFAA-4C03B0C7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and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0E6BA-BE1C-D849-A4C6-0AE2A6B4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each team member and their contributions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400838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129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Which car performance and race strategy factors best predict a driver's finishing position? </vt:lpstr>
      <vt:lpstr>Introduction and Purpose of Dataset</vt:lpstr>
      <vt:lpstr>Potential Users and Applications</vt:lpstr>
      <vt:lpstr>Source of Data</vt:lpstr>
      <vt:lpstr>Approach to Acquiring the Data</vt:lpstr>
      <vt:lpstr>Approach to Preprocessing Data</vt:lpstr>
      <vt:lpstr>Distribution Approach</vt:lpstr>
      <vt:lpstr>Discussion of Access Rights</vt:lpstr>
      <vt:lpstr>Issues and Limitations</vt:lpstr>
      <vt:lpstr>Team and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MacLellan,Christopher</dc:creator>
  <cp:lastModifiedBy>Jewel Cooper</cp:lastModifiedBy>
  <cp:revision>2</cp:revision>
  <dcterms:created xsi:type="dcterms:W3CDTF">2020-11-27T17:46:31Z</dcterms:created>
  <dcterms:modified xsi:type="dcterms:W3CDTF">2026-05-28T00:41:24Z</dcterms:modified>
</cp:coreProperties>
</file>