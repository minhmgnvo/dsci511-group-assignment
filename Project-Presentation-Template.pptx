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3" r:id="rId7"/>
    <p:sldId id="261" r:id="rId8"/>
    <p:sldId id="264" r:id="rId9"/>
    <p:sldId id="262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guyen,Quang" userId="23891ed8-be2c-452b-90d3-fcb364b9bbff" providerId="ADAL" clId="{34BD0BAB-0731-4425-A030-A15B82932F5E}"/>
    <pc:docChg chg="modSld">
      <pc:chgData name="Nguyen,Quang" userId="23891ed8-be2c-452b-90d3-fcb364b9bbff" providerId="ADAL" clId="{34BD0BAB-0731-4425-A030-A15B82932F5E}" dt="2026-05-14T03:40:42.088" v="3" actId="20577"/>
      <pc:docMkLst>
        <pc:docMk/>
      </pc:docMkLst>
      <pc:sldChg chg="modSp mod">
        <pc:chgData name="Nguyen,Quang" userId="23891ed8-be2c-452b-90d3-fcb364b9bbff" providerId="ADAL" clId="{34BD0BAB-0731-4425-A030-A15B82932F5E}" dt="2026-05-14T03:40:42.088" v="3" actId="20577"/>
        <pc:sldMkLst>
          <pc:docMk/>
          <pc:sldMk cId="831070309" sldId="256"/>
        </pc:sldMkLst>
        <pc:spChg chg="mod">
          <ac:chgData name="Nguyen,Quang" userId="23891ed8-be2c-452b-90d3-fcb364b9bbff" providerId="ADAL" clId="{34BD0BAB-0731-4425-A030-A15B82932F5E}" dt="2026-05-14T03:40:42.088" v="3" actId="20577"/>
          <ac:spMkLst>
            <pc:docMk/>
            <pc:sldMk cId="831070309" sldId="256"/>
            <ac:spMk id="2" creationId="{D709020E-F455-E944-BBDA-1052D6751E5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F3E23-A5C1-6A42-9A26-FFFEBB0CD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7FA3F3-7D43-8946-A2D9-9292CA2D9E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5F98C-3658-9642-9833-AD1737308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3940-567D-0E4A-B27A-538E5CA3F251}" type="datetimeFigureOut">
              <a:rPr lang="en-US" smtClean="0"/>
              <a:t>05/13/2026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27C1E-8ECA-4B41-81B0-47038D41A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F174E7-C487-4C4A-9489-E617BE14A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04E71-C3B3-D34A-A2EC-B9453AF94C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500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CAC13-2165-974B-8D7E-C72B3D42C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1D158-5609-9748-AF3C-D788CC364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2E80E-8FCC-E349-B390-0E3491005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3940-567D-0E4A-B27A-538E5CA3F251}" type="datetimeFigureOut">
              <a:rPr lang="en-US" smtClean="0"/>
              <a:t>05/13/2026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EB36-EB94-BB4E-AA42-06E464307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FB1BF6-B91C-634D-9ADF-D7BD5C724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04E71-C3B3-D34A-A2EC-B9453AF94C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882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B101B-78E9-B44E-9F77-E46DD21E7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6813B8-D3DA-4545-B7CC-22B02C6CDA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C61B46-0F32-3F45-A625-2C93C9519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3940-567D-0E4A-B27A-538E5CA3F251}" type="datetimeFigureOut">
              <a:rPr lang="en-US" smtClean="0"/>
              <a:t>05/13/2026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9DED78-E670-2A42-9089-91393566F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DBC1BB-B882-7943-9113-CC4F0972F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04E71-C3B3-D34A-A2EC-B9453AF94C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386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D891-8BF4-3C4F-AC6A-9E618C924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1A334-08BB-AE48-AE73-7FE5CCB8C5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61550F-82A1-1C44-A198-6A4475411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43DC0B-581B-D840-BCC5-69753D2CB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3940-567D-0E4A-B27A-538E5CA3F251}" type="datetimeFigureOut">
              <a:rPr lang="en-US" smtClean="0"/>
              <a:t>05/13/2026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475984-75C0-F845-9023-0EF10FC2F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7739E8-CB1E-0C44-BFF2-9602B819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04E71-C3B3-D34A-A2EC-B9453AF94C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091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503CD-4F85-9441-A784-313C29B6C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E4A30-D063-0642-9B37-AEFA1CD13B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455E47-99D9-8E48-9F04-F0270C7F2B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EA8E28-E10C-A043-9815-1C80365E60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E36B27-6205-ED44-9AC9-1A7BBCDC77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9539D4-24A2-6E45-AFAA-AC045EE9C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3940-567D-0E4A-B27A-538E5CA3F251}" type="datetimeFigureOut">
              <a:rPr lang="en-US" smtClean="0"/>
              <a:t>05/13/2026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6BCC2D-10DE-554C-B73B-8F0C1125B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EB3EA4-8603-8044-966D-8C77A33BE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04E71-C3B3-D34A-A2EC-B9453AF94C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15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65192-E4B8-2F4A-9A46-FCEF03590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116E7D-B3E9-9A42-9FBD-30244D780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3940-567D-0E4A-B27A-538E5CA3F251}" type="datetimeFigureOut">
              <a:rPr lang="en-US" smtClean="0"/>
              <a:t>05/13/2026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0020B4-2AB9-BA44-806D-0C8BB4587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112544-7B01-E546-B6F9-8B443492B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04E71-C3B3-D34A-A2EC-B9453AF94C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223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E4D4D3-D5A5-2141-940C-1909F5BDE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3940-567D-0E4A-B27A-538E5CA3F251}" type="datetimeFigureOut">
              <a:rPr lang="en-US" smtClean="0"/>
              <a:t>05/13/2026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C45E32-9BD9-A94F-97F7-92EB20AC5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5BF7B-6BD8-FA43-816F-6B2C3A5BA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04E71-C3B3-D34A-A2EC-B9453AF94C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394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455B9-0021-A94E-A5A8-1FB808273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D541F-A43C-A842-8306-DA782FA223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2ADF5C-CC8F-4C43-BEF6-4E259939EA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B98931-D354-674F-9C50-4A65946BC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3940-567D-0E4A-B27A-538E5CA3F251}" type="datetimeFigureOut">
              <a:rPr lang="en-US" smtClean="0"/>
              <a:t>05/13/2026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19C04C-075E-6142-AFE9-813F37BBD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B17510-F964-4042-ACF7-AFF333698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04E71-C3B3-D34A-A2EC-B9453AF94C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741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2E5F1-BDCE-7140-A310-B15696ED2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52AE69-37C1-A244-8E4B-7D377C2B59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1641B0-3485-3C45-9847-4F76D93529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468270-E8F6-1048-B6A2-E3DD12651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3940-567D-0E4A-B27A-538E5CA3F251}" type="datetimeFigureOut">
              <a:rPr lang="en-US" smtClean="0"/>
              <a:t>05/13/2026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66BF89-636D-A441-B70A-C7172EC27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612409-A527-A247-B24D-6FCC198EF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04E71-C3B3-D34A-A2EC-B9453AF94C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679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11FF8-B232-2F42-A26C-8E9A52EF4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44E898-C77F-7544-862D-CBD01AF5E3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2B8B0-CB61-7C4B-8CD7-EE646BC1D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3940-567D-0E4A-B27A-538E5CA3F251}" type="datetimeFigureOut">
              <a:rPr lang="en-US" smtClean="0"/>
              <a:t>05/13/2026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9C12D5-A705-A945-A721-C3B7AD953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D9FE3-814C-6C48-B3A6-B5B58E849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04E71-C3B3-D34A-A2EC-B9453AF94C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023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7682CC-F3F7-9240-A8D9-78F29B04FB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4672DB-7397-654F-A671-EA022D24F8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529740-A59D-5F4F-B96F-492FC3AD2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3940-567D-0E4A-B27A-538E5CA3F251}" type="datetimeFigureOut">
              <a:rPr lang="en-US" smtClean="0"/>
              <a:t>05/13/2026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92B13-B4E7-B34D-B4C1-AD19C5EF3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431AC1-E083-E44C-9D6B-430E26B25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04E71-C3B3-D34A-A2EC-B9453AF94C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4564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800CA0-A38B-6D49-B3B8-4AF4D2A0A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8604E0-4B42-1540-93A9-FFF7A0A92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C1E37D-E175-764F-ACC8-4EDC6CC7DD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5E3940-567D-0E4A-B27A-538E5CA3F251}" type="datetimeFigureOut">
              <a:rPr lang="en-US" smtClean="0"/>
              <a:t>05/13/2026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C76AF-BC12-0F48-8F65-6FADBF473C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0D68E-2D25-4E4E-8CC2-5E94D0DE69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C04E71-C3B3-D34A-A2EC-B9453AF94C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36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9020E-F455-E944-BBDA-1052D6751E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Test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318183-B2C7-364B-BD06-B3B9F040F8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List of team members</a:t>
            </a:r>
          </a:p>
        </p:txBody>
      </p:sp>
    </p:spTree>
    <p:extLst>
      <p:ext uri="{BB962C8B-B14F-4D97-AF65-F5344CB8AC3E}">
        <p14:creationId xmlns:p14="http://schemas.microsoft.com/office/powerpoint/2010/main" val="831070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F02F6-349D-954F-B02F-78EBD3017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Purpose of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21E59-1DC4-3845-9DB3-10F69E6414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3469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E1A8E-333C-9A4B-B5B1-E33654238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Users and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874BC-25A7-444E-AAB7-2E4A426FEB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884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8A51C-AC5C-224B-83E1-BE4285E72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B92F3-2775-4B46-A098-FE988824A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8431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1219-0C6D-034C-B5AE-66B28FE2A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to Acquiring 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174FE-6367-5942-A419-22ADA79CE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389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2C33B-C395-284A-8535-98395D1F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to Preprocessing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CFF0D-D572-3142-A36C-5EE8C0B061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097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CD119-5868-0A44-B523-6F9234BC9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2C9C3-D3B6-134D-A713-56229C7F4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622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A079E-9CD9-D84F-AC45-14A954F92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of Access Rights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F7FD3-C115-7C41-AA01-0FEA68716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1015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7B21-1E26-A847-AC61-FDA5EEFBF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and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681F8-49AF-094B-8AE8-6157C5F0B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747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79FCD-BFB8-A542-BFAA-4C03B0C72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and Contributions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00E6BA-BE1C-D849-A4C6-0AE2A6B4F6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each team member and their contributions to the project</a:t>
            </a:r>
          </a:p>
        </p:txBody>
      </p:sp>
    </p:spTree>
    <p:extLst>
      <p:ext uri="{BB962C8B-B14F-4D97-AF65-F5344CB8AC3E}">
        <p14:creationId xmlns:p14="http://schemas.microsoft.com/office/powerpoint/2010/main" val="40083873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48</Words>
  <Application>Microsoft Office PowerPoint</Application>
  <PresentationFormat>Widescreen</PresentationFormat>
  <Paragraphs>12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Test</vt:lpstr>
      <vt:lpstr>Introduction and Purpose of Dataset</vt:lpstr>
      <vt:lpstr>Potential Users and Applications</vt:lpstr>
      <vt:lpstr>Source of Data</vt:lpstr>
      <vt:lpstr>Approach to Acquiring the Data</vt:lpstr>
      <vt:lpstr>Approach to Preprocessing Data</vt:lpstr>
      <vt:lpstr>Distribution Approach</vt:lpstr>
      <vt:lpstr>Discussion of Access Rights</vt:lpstr>
      <vt:lpstr>Issues and Limitations</vt:lpstr>
      <vt:lpstr>Team and Contributions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MacLellan,Christopher</dc:creator>
  <cp:lastModifiedBy>Nguyen,Quang</cp:lastModifiedBy>
  <cp:revision>2</cp:revision>
  <dcterms:created xsi:type="dcterms:W3CDTF">2020-11-27T17:46:31Z</dcterms:created>
  <dcterms:modified xsi:type="dcterms:W3CDTF">2026-05-14T03:40:43Z</dcterms:modified>
</cp:coreProperties>
</file>